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1" r:id="rId1"/>
    <p:sldMasterId id="2147483694" r:id="rId2"/>
    <p:sldMasterId id="2147483707" r:id="rId3"/>
  </p:sldMasterIdLst>
  <p:notesMasterIdLst>
    <p:notesMasterId r:id="rId24"/>
  </p:notesMasterIdLst>
  <p:handoutMasterIdLst>
    <p:handoutMasterId r:id="rId25"/>
  </p:handoutMasterIdLst>
  <p:sldIdLst>
    <p:sldId id="389" r:id="rId4"/>
    <p:sldId id="614" r:id="rId5"/>
    <p:sldId id="593" r:id="rId6"/>
    <p:sldId id="603" r:id="rId7"/>
    <p:sldId id="604" r:id="rId8"/>
    <p:sldId id="605" r:id="rId9"/>
    <p:sldId id="606" r:id="rId10"/>
    <p:sldId id="601" r:id="rId11"/>
    <p:sldId id="607" r:id="rId12"/>
    <p:sldId id="596" r:id="rId13"/>
    <p:sldId id="597" r:id="rId14"/>
    <p:sldId id="598" r:id="rId15"/>
    <p:sldId id="608" r:id="rId16"/>
    <p:sldId id="610" r:id="rId17"/>
    <p:sldId id="611" r:id="rId18"/>
    <p:sldId id="612" r:id="rId19"/>
    <p:sldId id="609" r:id="rId20"/>
    <p:sldId id="599" r:id="rId21"/>
    <p:sldId id="600" r:id="rId22"/>
    <p:sldId id="613" r:id="rId23"/>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helle Gill" initials="MG" lastIdx="2" clrIdx="0">
    <p:extLst/>
  </p:cmAuthor>
  <p:cmAuthor id="2" name="Michelle Gill" initials="MG [2]" lastIdx="1" clrIdx="1">
    <p:extLst/>
  </p:cmAuthor>
  <p:cmAuthor id="3" name="Michelle Gill" initials="MG [3]" lastIdx="1" clrIdx="2">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D883FF"/>
    <a:srgbClr val="235F83"/>
    <a:srgbClr val="8EFA00"/>
    <a:srgbClr val="76D6FF"/>
    <a:srgbClr val="2B739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137"/>
    <p:restoredTop sz="80851"/>
  </p:normalViewPr>
  <p:slideViewPr>
    <p:cSldViewPr snapToGrid="0" snapToObjects="1">
      <p:cViewPr varScale="1">
        <p:scale>
          <a:sx n="141" d="100"/>
          <a:sy n="141" d="100"/>
        </p:scale>
        <p:origin x="928" y="72"/>
      </p:cViewPr>
      <p:guideLst/>
    </p:cSldViewPr>
  </p:slideViewPr>
  <p:outlineViewPr>
    <p:cViewPr>
      <p:scale>
        <a:sx n="33" d="100"/>
        <a:sy n="33" d="100"/>
      </p:scale>
      <p:origin x="0" y="0"/>
    </p:cViewPr>
  </p:outlineViewPr>
  <p:notesTextViewPr>
    <p:cViewPr>
      <p:scale>
        <a:sx n="140" d="100"/>
        <a:sy n="140" d="100"/>
      </p:scale>
      <p:origin x="0" y="0"/>
    </p:cViewPr>
  </p:notesTextViewPr>
  <p:sorterViewPr>
    <p:cViewPr>
      <p:scale>
        <a:sx n="120" d="100"/>
        <a:sy n="120" d="100"/>
      </p:scale>
      <p:origin x="0" y="0"/>
    </p:cViewPr>
  </p:sorterViewPr>
  <p:notesViewPr>
    <p:cSldViewPr snapToGrid="0" snapToObjects="1">
      <p:cViewPr varScale="1">
        <p:scale>
          <a:sx n="85" d="100"/>
          <a:sy n="85" d="100"/>
        </p:scale>
        <p:origin x="3696" y="19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commentAuthors" Target="commentAuthors.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notesMaster" Target="notesMasters/notesMaster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viewProps" Target="viewProps.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218DF2D-D537-FE4F-BE4D-E5BCACB16283}" type="datetimeFigureOut">
              <a:rPr lang="en-US" smtClean="0"/>
              <a:t>8/25/2017</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27B0C4D-3AAF-FB40-9304-EA5AE39FC038}" type="slidenum">
              <a:rPr lang="en-US" smtClean="0"/>
              <a:t>‹#›</a:t>
            </a:fld>
            <a:endParaRPr lang="en-US"/>
          </a:p>
        </p:txBody>
      </p:sp>
    </p:spTree>
    <p:extLst>
      <p:ext uri="{BB962C8B-B14F-4D97-AF65-F5344CB8AC3E}">
        <p14:creationId xmlns:p14="http://schemas.microsoft.com/office/powerpoint/2010/main" val="127651850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4" name="Shape 4"/>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100" b="0" i="0" u="none" strike="noStrike" cap="none"/>
            </a:lvl1pPr>
            <a:lvl2pPr marL="457200" marR="0" lvl="1" indent="0" algn="l" rtl="0">
              <a:spcBef>
                <a:spcPts val="0"/>
              </a:spcBef>
              <a:buNone/>
              <a:defRPr sz="1100" b="0" i="0" u="none" strike="noStrike" cap="none"/>
            </a:lvl2pPr>
            <a:lvl3pPr marL="914400" marR="0" lvl="2" indent="0" algn="l" rtl="0">
              <a:spcBef>
                <a:spcPts val="0"/>
              </a:spcBef>
              <a:buNone/>
              <a:defRPr sz="1100" b="0" i="0" u="none" strike="noStrike" cap="none"/>
            </a:lvl3pPr>
            <a:lvl4pPr marL="1371600" marR="0" lvl="3" indent="0" algn="l" rtl="0">
              <a:spcBef>
                <a:spcPts val="0"/>
              </a:spcBef>
              <a:buNone/>
              <a:defRPr sz="1100" b="0" i="0" u="none" strike="noStrike" cap="none"/>
            </a:lvl4pPr>
            <a:lvl5pPr marL="1828800" marR="0" lvl="4" indent="0" algn="l" rtl="0">
              <a:spcBef>
                <a:spcPts val="0"/>
              </a:spcBef>
              <a:buNone/>
              <a:defRPr sz="1100" b="0" i="0" u="none" strike="noStrike" cap="none"/>
            </a:lvl5pPr>
            <a:lvl6pPr marL="2286000" marR="0" lvl="5" indent="0" algn="l" rtl="0">
              <a:spcBef>
                <a:spcPts val="0"/>
              </a:spcBef>
              <a:buNone/>
              <a:defRPr sz="1100" b="0" i="0" u="none" strike="noStrike" cap="none"/>
            </a:lvl6pPr>
            <a:lvl7pPr marL="2743200" marR="0" lvl="6" indent="0" algn="l" rtl="0">
              <a:spcBef>
                <a:spcPts val="0"/>
              </a:spcBef>
              <a:buNone/>
              <a:defRPr sz="1100" b="0" i="0" u="none" strike="noStrike" cap="none"/>
            </a:lvl7pPr>
            <a:lvl8pPr marL="3200400" marR="0" lvl="7" indent="0" algn="l" rtl="0">
              <a:spcBef>
                <a:spcPts val="0"/>
              </a:spcBef>
              <a:buNone/>
              <a:defRPr sz="1100" b="0" i="0" u="none" strike="noStrike" cap="none"/>
            </a:lvl8pPr>
            <a:lvl9pPr marL="3657600" marR="0" lvl="8" indent="0" algn="l" rtl="0">
              <a:spcBef>
                <a:spcPts val="0"/>
              </a:spcBef>
              <a:buNone/>
              <a:defRPr sz="1100" b="0" i="0" u="none" strike="noStrike" cap="none"/>
            </a:lvl9pPr>
          </a:lstStyle>
          <a:p>
            <a:endParaRPr dirty="0"/>
          </a:p>
        </p:txBody>
      </p:sp>
      <p:sp>
        <p:nvSpPr>
          <p:cNvPr id="2" name="Slide Image Placeholder 1"/>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Tree>
    <p:extLst>
      <p:ext uri="{BB962C8B-B14F-4D97-AF65-F5344CB8AC3E}">
        <p14:creationId xmlns:p14="http://schemas.microsoft.com/office/powerpoint/2010/main" val="2175437942"/>
      </p:ext>
    </p:extLst>
  </p:cSld>
  <p:clrMap bg1="lt1" tx1="dk1" bg2="dk2" tx2="lt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Shape 5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52" name="Shape 52"/>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noAutofit/>
          </a:bodyPr>
          <a:lstStyle/>
          <a:p>
            <a:pPr marL="0" marR="0" lvl="0" indent="0" algn="l" rtl="0">
              <a:spcBef>
                <a:spcPts val="0"/>
              </a:spcBef>
              <a:buSzPct val="25000"/>
              <a:buFont typeface="Arial"/>
              <a:buNone/>
            </a:pPr>
            <a:endParaRPr sz="1100" b="0" i="0" u="none" strike="noStrike" cap="none" dirty="0"/>
          </a:p>
        </p:txBody>
      </p:sp>
    </p:spTree>
    <p:extLst>
      <p:ext uri="{BB962C8B-B14F-4D97-AF65-F5344CB8AC3E}">
        <p14:creationId xmlns:p14="http://schemas.microsoft.com/office/powerpoint/2010/main" val="13873269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This is a good practical point to mention.  </a:t>
            </a: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Besides all the mathematical issues of making image classification models, often the biggest practical hurdle is obtaining labeled data.</a:t>
            </a:r>
          </a:p>
        </p:txBody>
      </p:sp>
    </p:spTree>
    <p:extLst>
      <p:ext uri="{BB962C8B-B14F-4D97-AF65-F5344CB8AC3E}">
        <p14:creationId xmlns:p14="http://schemas.microsoft.com/office/powerpoint/2010/main" val="10665116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19141003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8360994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6821999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2051151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The “invariance” point is a good one to emphasize.  </a:t>
            </a: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By showing lots of examples, the network learns which aspects of the image are relevant to its category and which aren’t.  </a:t>
            </a: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For example, in the previous images, data augmentation can make sure it learns that the plant is not relevant to being called a ”chair”. </a:t>
            </a:r>
          </a:p>
        </p:txBody>
      </p:sp>
    </p:spTree>
    <p:extLst>
      <p:ext uri="{BB962C8B-B14F-4D97-AF65-F5344CB8AC3E}">
        <p14:creationId xmlns:p14="http://schemas.microsoft.com/office/powerpoint/2010/main" val="13979500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Of course, you don’t want to teach it invariance if the problem is not actually invariant.</a:t>
            </a:r>
          </a:p>
        </p:txBody>
      </p:sp>
    </p:spTree>
    <p:extLst>
      <p:ext uri="{BB962C8B-B14F-4D97-AF65-F5344CB8AC3E}">
        <p14:creationId xmlns:p14="http://schemas.microsoft.com/office/powerpoint/2010/main" val="7526290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15158598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Note: we don’t do much with working from large file directories in the exercises (since it is cumbersome).  </a:t>
            </a: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So it may be worth mentioning the role generators play when reading off of disk.</a:t>
            </a:r>
          </a:p>
        </p:txBody>
      </p:sp>
    </p:spTree>
    <p:extLst>
      <p:ext uri="{BB962C8B-B14F-4D97-AF65-F5344CB8AC3E}">
        <p14:creationId xmlns:p14="http://schemas.microsoft.com/office/powerpoint/2010/main" val="15037727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Since it does it “on the fly”, it is much simpler than making a bunch of transformed images and adding them to the training data.</a:t>
            </a:r>
          </a:p>
        </p:txBody>
      </p:sp>
    </p:spTree>
    <p:extLst>
      <p:ext uri="{BB962C8B-B14F-4D97-AF65-F5344CB8AC3E}">
        <p14:creationId xmlns:p14="http://schemas.microsoft.com/office/powerpoint/2010/main" val="19660137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19587674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8413290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15377327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845824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16455437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20174511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23227984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Shape 25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260" name="Shape 260"/>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noAutofit/>
          </a:bodyPr>
          <a:lstStyle/>
          <a:p>
            <a:pPr marL="0" marR="0" lvl="0" indent="0" algn="l" rtl="0">
              <a:spcBef>
                <a:spcPts val="0"/>
              </a:spcBef>
              <a:buSzPct val="25000"/>
              <a:buFont typeface="Arial"/>
              <a:buNone/>
            </a:pPr>
            <a:endParaRPr sz="1100" b="0" i="0" u="none" strike="noStrike" cap="none"/>
          </a:p>
        </p:txBody>
      </p:sp>
    </p:spTree>
    <p:extLst>
      <p:ext uri="{BB962C8B-B14F-4D97-AF65-F5344CB8AC3E}">
        <p14:creationId xmlns:p14="http://schemas.microsoft.com/office/powerpoint/2010/main" val="112492531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and body">
    <p:spTree>
      <p:nvGrpSpPr>
        <p:cNvPr id="1" name="Shape 13"/>
        <p:cNvGrpSpPr/>
        <p:nvPr/>
      </p:nvGrpSpPr>
      <p:grpSpPr>
        <a:xfrm>
          <a:off x="0" y="0"/>
          <a:ext cx="0" cy="0"/>
          <a:chOff x="0" y="0"/>
          <a:chExt cx="0" cy="0"/>
        </a:xfrm>
      </p:grpSpPr>
      <p:sp>
        <p:nvSpPr>
          <p:cNvPr id="2" name="Shape 99"/>
          <p:cNvSpPr/>
          <p:nvPr userDrawn="1"/>
        </p:nvSpPr>
        <p:spPr>
          <a:xfrm rot="10800000">
            <a:off x="7958099" y="0"/>
            <a:ext cx="1185900" cy="1185900"/>
          </a:xfrm>
          <a:prstGeom prst="rtTriangle">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pic>
        <p:nvPicPr>
          <p:cNvPr id="4" name="Shape 106"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body">
    <p:spTree>
      <p:nvGrpSpPr>
        <p:cNvPr id="1" name="Shape 13"/>
        <p:cNvGrpSpPr/>
        <p:nvPr/>
      </p:nvGrpSpPr>
      <p:grpSpPr>
        <a:xfrm>
          <a:off x="0" y="0"/>
          <a:ext cx="0" cy="0"/>
          <a:chOff x="0" y="0"/>
          <a:chExt cx="0" cy="0"/>
        </a:xfrm>
      </p:grpSpPr>
      <p:sp>
        <p:nvSpPr>
          <p:cNvPr id="7" name="Shape 99"/>
          <p:cNvSpPr/>
          <p:nvPr userDrawn="1"/>
        </p:nvSpPr>
        <p:spPr>
          <a:xfrm rot="10800000">
            <a:off x="7958099" y="0"/>
            <a:ext cx="1185900" cy="1185900"/>
          </a:xfrm>
          <a:prstGeom prst="rtTriangle">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cxnSp>
        <p:nvCxnSpPr>
          <p:cNvPr id="6" name="Shape 98"/>
          <p:cNvCxnSpPr/>
          <p:nvPr userDrawn="1"/>
        </p:nvCxnSpPr>
        <p:spPr>
          <a:xfrm>
            <a:off x="0" y="1024800"/>
            <a:ext cx="4178099" cy="0"/>
          </a:xfrm>
          <a:prstGeom prst="straightConnector1">
            <a:avLst/>
          </a:prstGeom>
          <a:noFill/>
          <a:ln w="19050" cap="flat" cmpd="sng">
            <a:solidFill>
              <a:srgbClr val="3A9ED9"/>
            </a:solidFill>
            <a:prstDash val="solid"/>
            <a:round/>
            <a:headEnd type="none" w="med" len="med"/>
            <a:tailEnd type="none" w="med" len="med"/>
          </a:ln>
        </p:spPr>
      </p:cxnSp>
      <p:pic>
        <p:nvPicPr>
          <p:cNvPr id="9" name="Shape 106"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
        <p:nvSpPr>
          <p:cNvPr id="2" name="Title 1"/>
          <p:cNvSpPr>
            <a:spLocks noGrp="1"/>
          </p:cNvSpPr>
          <p:nvPr>
            <p:ph type="title" hasCustomPrompt="1"/>
          </p:nvPr>
        </p:nvSpPr>
        <p:spPr>
          <a:xfrm>
            <a:off x="311700" y="192126"/>
            <a:ext cx="7766550" cy="690525"/>
          </a:xfrm>
          <a:prstGeom prst="rect">
            <a:avLst/>
          </a:prstGeom>
        </p:spPr>
        <p:txBody>
          <a:bodyPr/>
          <a:lstStyle>
            <a:lvl1pPr>
              <a:buSzPct val="25000"/>
              <a:buFont typeface="Source Code Pro"/>
              <a:buNone/>
              <a:defRPr sz="2800" baseline="0"/>
            </a:lvl1pPr>
          </a:lstStyle>
          <a:p>
            <a:pPr>
              <a:buSzPct val="25000"/>
              <a:buFont typeface="Source Code Pro"/>
              <a:buNone/>
            </a:pPr>
            <a:r>
              <a:rPr lang="en-US" b="1" dirty="0" smtClean="0">
                <a:solidFill>
                  <a:srgbClr val="3A9ED9"/>
                </a:solidFill>
                <a:latin typeface="Source Code Pro"/>
                <a:ea typeface="Source Code Pro"/>
                <a:cs typeface="Source Code Pro"/>
                <a:sym typeface="Source Code Pro"/>
              </a:rPr>
              <a:t>Title</a:t>
            </a:r>
            <a:endParaRPr lang="en" b="1" dirty="0">
              <a:solidFill>
                <a:srgbClr val="3A9ED9"/>
              </a:solidFill>
              <a:latin typeface="Source Code Pro"/>
              <a:ea typeface="Source Code Pro"/>
              <a:cs typeface="Source Code Pro"/>
              <a:sym typeface="Source Code Pro"/>
            </a:endParaRPr>
          </a:p>
        </p:txBody>
      </p:sp>
      <p:sp>
        <p:nvSpPr>
          <p:cNvPr id="4" name="Text Placeholder 3"/>
          <p:cNvSpPr>
            <a:spLocks noGrp="1"/>
          </p:cNvSpPr>
          <p:nvPr>
            <p:ph type="body" sz="quarter" idx="10" hasCustomPrompt="1"/>
          </p:nvPr>
        </p:nvSpPr>
        <p:spPr>
          <a:xfrm>
            <a:off x="311700" y="1295930"/>
            <a:ext cx="8527498" cy="3542769"/>
          </a:xfrm>
          <a:prstGeom prst="rect">
            <a:avLst/>
          </a:prstGeom>
        </p:spPr>
        <p:txBody>
          <a:bodyPr/>
          <a:lstStyle>
            <a:lvl1pPr marL="457200" marR="0" indent="-381000" algn="l" rtl="0">
              <a:lnSpc>
                <a:spcPct val="115000"/>
              </a:lnSpc>
              <a:spcBef>
                <a:spcPts val="0"/>
              </a:spcBef>
              <a:spcAft>
                <a:spcPts val="0"/>
              </a:spcAft>
              <a:buClr>
                <a:srgbClr val="434343"/>
              </a:buClr>
              <a:buSzPct val="100000"/>
              <a:buFont typeface="Calibri"/>
              <a:buChar char="●"/>
              <a:defRPr sz="1400"/>
            </a:lvl1pPr>
          </a:lstStyle>
          <a:p>
            <a:pPr marL="457200" marR="0" lvl="0" indent="-381000" algn="l" rtl="0">
              <a:lnSpc>
                <a:spcPct val="115000"/>
              </a:lnSpc>
              <a:spcBef>
                <a:spcPts val="0"/>
              </a:spcBef>
              <a:spcAft>
                <a:spcPts val="0"/>
              </a:spcAft>
              <a:buClr>
                <a:srgbClr val="434343"/>
              </a:buClr>
              <a:buSzPct val="100000"/>
              <a:buFont typeface="Calibri"/>
              <a:buChar char="●"/>
            </a:pPr>
            <a:r>
              <a:rPr lang="en" sz="2400" b="0" i="0" u="none" strike="noStrike" cap="none" dirty="0" smtClean="0">
                <a:solidFill>
                  <a:srgbClr val="434343"/>
                </a:solidFill>
                <a:latin typeface="Calibri"/>
                <a:ea typeface="Calibri"/>
                <a:cs typeface="Calibri"/>
                <a:sym typeface="Calibri"/>
              </a:rPr>
              <a:t>Bullet point</a:t>
            </a:r>
          </a:p>
          <a:p>
            <a:pPr marL="457200" marR="0" lvl="0" indent="-381000" algn="l" rtl="0">
              <a:lnSpc>
                <a:spcPct val="115000"/>
              </a:lnSpc>
              <a:spcBef>
                <a:spcPts val="0"/>
              </a:spcBef>
              <a:spcAft>
                <a:spcPts val="0"/>
              </a:spcAft>
              <a:buClr>
                <a:srgbClr val="434343"/>
              </a:buClr>
              <a:buSzPct val="100000"/>
              <a:buFont typeface="Calibri"/>
              <a:buChar char="●"/>
            </a:pPr>
            <a:r>
              <a:rPr lang="en" sz="2400" b="0" i="0" u="none" strike="noStrike" cap="none" dirty="0" smtClean="0">
                <a:solidFill>
                  <a:srgbClr val="434343"/>
                </a:solidFill>
                <a:latin typeface="Calibri"/>
                <a:ea typeface="Calibri"/>
                <a:cs typeface="Calibri"/>
                <a:sym typeface="Calibri"/>
              </a:rPr>
              <a:t>Bullet point</a:t>
            </a:r>
          </a:p>
          <a:p>
            <a:pPr marL="457200" marR="0" lvl="0" indent="-381000" algn="l" rtl="0">
              <a:lnSpc>
                <a:spcPct val="115000"/>
              </a:lnSpc>
              <a:spcBef>
                <a:spcPts val="0"/>
              </a:spcBef>
              <a:spcAft>
                <a:spcPts val="0"/>
              </a:spcAft>
              <a:buClr>
                <a:srgbClr val="434343"/>
              </a:buClr>
              <a:buSzPct val="100000"/>
              <a:buFont typeface="Calibri"/>
              <a:buChar char="●"/>
            </a:pPr>
            <a:r>
              <a:rPr lang="en" sz="2400" b="0" i="0" u="none" strike="noStrike" cap="none" dirty="0" smtClean="0">
                <a:solidFill>
                  <a:srgbClr val="434343"/>
                </a:solidFill>
                <a:latin typeface="Calibri"/>
                <a:ea typeface="Calibri"/>
                <a:cs typeface="Calibri"/>
                <a:sym typeface="Calibri"/>
              </a:rPr>
              <a:t>Bullet point</a:t>
            </a:r>
          </a:p>
          <a:p>
            <a:pPr marL="457200" marR="0" lvl="0" indent="-381000" algn="l" rtl="0">
              <a:lnSpc>
                <a:spcPct val="115000"/>
              </a:lnSpc>
              <a:spcBef>
                <a:spcPts val="0"/>
              </a:spcBef>
              <a:spcAft>
                <a:spcPts val="0"/>
              </a:spcAft>
              <a:buClr>
                <a:srgbClr val="434343"/>
              </a:buClr>
              <a:buSzPct val="100000"/>
              <a:buFont typeface="Calibri"/>
              <a:buChar char="●"/>
            </a:pPr>
            <a:r>
              <a:rPr lang="en" sz="2400" b="0" i="0" u="none" strike="noStrike" cap="none" dirty="0" smtClean="0">
                <a:solidFill>
                  <a:srgbClr val="434343"/>
                </a:solidFill>
                <a:latin typeface="Calibri"/>
                <a:ea typeface="Calibri"/>
                <a:cs typeface="Calibri"/>
                <a:sym typeface="Calibri"/>
              </a:rPr>
              <a:t>Bullet point</a:t>
            </a:r>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20"/>
        <p:cNvGrpSpPr/>
        <p:nvPr/>
      </p:nvGrpSpPr>
      <p:grpSpPr>
        <a:xfrm>
          <a:off x="0" y="0"/>
          <a:ext cx="0" cy="0"/>
          <a:chOff x="0" y="0"/>
          <a:chExt cx="0" cy="0"/>
        </a:xfrm>
      </p:grpSpPr>
      <p:sp>
        <p:nvSpPr>
          <p:cNvPr id="6" name="Shape 113"/>
          <p:cNvSpPr txBox="1">
            <a:spLocks noGrp="1"/>
          </p:cNvSpPr>
          <p:nvPr>
            <p:ph type="title"/>
          </p:nvPr>
        </p:nvSpPr>
        <p:spPr>
          <a:xfrm>
            <a:off x="1028550" y="1135100"/>
            <a:ext cx="1813199" cy="472499"/>
          </a:xfrm>
          <a:prstGeom prst="rect">
            <a:avLst/>
          </a:prstGeom>
          <a:noFill/>
          <a:ln>
            <a:noFill/>
          </a:ln>
        </p:spPr>
        <p:txBody>
          <a:bodyPr lIns="91425" tIns="91425" rIns="91425" bIns="91425" anchor="t" anchorCtr="0">
            <a:noAutofit/>
          </a:bodyPr>
          <a:lstStyle/>
          <a:p>
            <a:pPr marL="0" marR="0" lvl="0" indent="0" algn="ctr" rtl="0">
              <a:lnSpc>
                <a:spcPct val="100000"/>
              </a:lnSpc>
              <a:spcBef>
                <a:spcPts val="0"/>
              </a:spcBef>
              <a:spcAft>
                <a:spcPts val="0"/>
              </a:spcAft>
              <a:buClr>
                <a:schemeClr val="dk1"/>
              </a:buClr>
              <a:buSzPct val="25000"/>
              <a:buFont typeface="Source Code Pro"/>
              <a:buNone/>
            </a:pPr>
            <a:r>
              <a:rPr lang="en" sz="1800" b="1" i="0" u="none" strike="noStrike" cap="none" dirty="0">
                <a:solidFill>
                  <a:srgbClr val="3A9ED9"/>
                </a:solidFill>
                <a:latin typeface="Source Code Pro"/>
                <a:ea typeface="Source Code Pro"/>
                <a:cs typeface="Source Code Pro"/>
                <a:sym typeface="Source Code Pro"/>
              </a:rPr>
              <a:t>Heading</a:t>
            </a:r>
          </a:p>
        </p:txBody>
      </p:sp>
      <p:sp>
        <p:nvSpPr>
          <p:cNvPr id="7" name="Shape 114"/>
          <p:cNvSpPr txBox="1">
            <a:spLocks noGrp="1"/>
          </p:cNvSpPr>
          <p:nvPr>
            <p:ph type="body" idx="1"/>
          </p:nvPr>
        </p:nvSpPr>
        <p:spPr>
          <a:xfrm>
            <a:off x="912150" y="1981550"/>
            <a:ext cx="2045999" cy="1700700"/>
          </a:xfrm>
          <a:prstGeom prst="rect">
            <a:avLst/>
          </a:prstGeom>
          <a:noFill/>
          <a:ln>
            <a:noFill/>
          </a:ln>
        </p:spPr>
        <p:txBody>
          <a:bodyPr lIns="91425" tIns="91425" rIns="91425" bIns="91425" anchor="t" anchorCtr="0">
            <a:noAutofit/>
          </a:bodyPr>
          <a:lstStyle/>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p:txBody>
      </p:sp>
      <p:pic>
        <p:nvPicPr>
          <p:cNvPr id="8" name="Shape 115"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cxnSp>
        <p:nvCxnSpPr>
          <p:cNvPr id="9" name="Shape 116"/>
          <p:cNvCxnSpPr/>
          <p:nvPr userDrawn="1"/>
        </p:nvCxnSpPr>
        <p:spPr>
          <a:xfrm>
            <a:off x="959550" y="1701550"/>
            <a:ext cx="1951199" cy="0"/>
          </a:xfrm>
          <a:prstGeom prst="straightConnector1">
            <a:avLst/>
          </a:prstGeom>
          <a:noFill/>
          <a:ln w="19050" cap="flat" cmpd="sng">
            <a:solidFill>
              <a:srgbClr val="3A9ED9"/>
            </a:solidFill>
            <a:prstDash val="solid"/>
            <a:round/>
            <a:headEnd type="none" w="med" len="med"/>
            <a:tailEnd type="none" w="med" len="med"/>
          </a:ln>
        </p:spPr>
      </p:cxnSp>
      <p:sp>
        <p:nvSpPr>
          <p:cNvPr id="10" name="Shape 117"/>
          <p:cNvSpPr txBox="1">
            <a:spLocks/>
          </p:cNvSpPr>
          <p:nvPr userDrawn="1"/>
        </p:nvSpPr>
        <p:spPr>
          <a:xfrm>
            <a:off x="3607200" y="1135100"/>
            <a:ext cx="1813199" cy="4724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lgn="ctr">
              <a:buSzPct val="25000"/>
              <a:buFont typeface="Source Code Pro"/>
              <a:buNone/>
            </a:pPr>
            <a:r>
              <a:rPr lang="en" sz="1800" b="1" dirty="0" smtClean="0">
                <a:solidFill>
                  <a:srgbClr val="ED0096"/>
                </a:solidFill>
                <a:latin typeface="Source Code Pro"/>
                <a:ea typeface="Source Code Pro"/>
                <a:cs typeface="Source Code Pro"/>
                <a:sym typeface="Source Code Pro"/>
              </a:rPr>
              <a:t>Heading</a:t>
            </a:r>
            <a:endParaRPr lang="en" sz="1800" b="1" dirty="0">
              <a:solidFill>
                <a:srgbClr val="ED0096"/>
              </a:solidFill>
              <a:latin typeface="Source Code Pro"/>
              <a:ea typeface="Source Code Pro"/>
              <a:cs typeface="Source Code Pro"/>
              <a:sym typeface="Source Code Pro"/>
            </a:endParaRPr>
          </a:p>
        </p:txBody>
      </p:sp>
      <p:sp>
        <p:nvSpPr>
          <p:cNvPr id="11" name="Shape 118"/>
          <p:cNvSpPr txBox="1">
            <a:spLocks noGrp="1"/>
          </p:cNvSpPr>
          <p:nvPr>
            <p:ph type="body" idx="10"/>
          </p:nvPr>
        </p:nvSpPr>
        <p:spPr>
          <a:xfrm>
            <a:off x="3490800" y="1981550"/>
            <a:ext cx="2045999" cy="1700700"/>
          </a:xfrm>
          <a:prstGeom prst="rect">
            <a:avLst/>
          </a:prstGeom>
          <a:noFill/>
          <a:ln>
            <a:noFill/>
          </a:ln>
        </p:spPr>
        <p:txBody>
          <a:bodyPr lIns="91425" tIns="91425" rIns="91425" bIns="91425" anchor="t" anchorCtr="0">
            <a:noAutofit/>
          </a:bodyPr>
          <a:lstStyle/>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p:txBody>
      </p:sp>
      <p:cxnSp>
        <p:nvCxnSpPr>
          <p:cNvPr id="12" name="Shape 119"/>
          <p:cNvCxnSpPr/>
          <p:nvPr userDrawn="1"/>
        </p:nvCxnSpPr>
        <p:spPr>
          <a:xfrm>
            <a:off x="3538200" y="1701550"/>
            <a:ext cx="1951199" cy="0"/>
          </a:xfrm>
          <a:prstGeom prst="straightConnector1">
            <a:avLst/>
          </a:prstGeom>
          <a:noFill/>
          <a:ln w="19050" cap="flat" cmpd="sng">
            <a:solidFill>
              <a:srgbClr val="ED0096"/>
            </a:solidFill>
            <a:prstDash val="solid"/>
            <a:round/>
            <a:headEnd type="none" w="med" len="med"/>
            <a:tailEnd type="none" w="med" len="med"/>
          </a:ln>
        </p:spPr>
      </p:cxnSp>
      <p:sp>
        <p:nvSpPr>
          <p:cNvPr id="13" name="Shape 120"/>
          <p:cNvSpPr txBox="1">
            <a:spLocks/>
          </p:cNvSpPr>
          <p:nvPr userDrawn="1"/>
        </p:nvSpPr>
        <p:spPr>
          <a:xfrm>
            <a:off x="6302250" y="1135100"/>
            <a:ext cx="1813199" cy="4724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lgn="ctr">
              <a:buSzPct val="25000"/>
              <a:buFont typeface="Source Code Pro"/>
              <a:buNone/>
            </a:pPr>
            <a:r>
              <a:rPr lang="en" sz="1800" b="1" smtClean="0">
                <a:solidFill>
                  <a:srgbClr val="EF3969"/>
                </a:solidFill>
                <a:latin typeface="Source Code Pro"/>
                <a:ea typeface="Source Code Pro"/>
                <a:cs typeface="Source Code Pro"/>
                <a:sym typeface="Source Code Pro"/>
              </a:rPr>
              <a:t>Heading</a:t>
            </a:r>
            <a:endParaRPr lang="en" sz="1800" b="1">
              <a:solidFill>
                <a:srgbClr val="EF3969"/>
              </a:solidFill>
              <a:latin typeface="Source Code Pro"/>
              <a:ea typeface="Source Code Pro"/>
              <a:cs typeface="Source Code Pro"/>
              <a:sym typeface="Source Code Pro"/>
            </a:endParaRPr>
          </a:p>
        </p:txBody>
      </p:sp>
      <p:sp>
        <p:nvSpPr>
          <p:cNvPr id="14" name="Shape 121"/>
          <p:cNvSpPr txBox="1">
            <a:spLocks noGrp="1"/>
          </p:cNvSpPr>
          <p:nvPr>
            <p:ph type="body" idx="11"/>
          </p:nvPr>
        </p:nvSpPr>
        <p:spPr>
          <a:xfrm>
            <a:off x="6185850" y="1981550"/>
            <a:ext cx="2045999" cy="1700700"/>
          </a:xfrm>
          <a:prstGeom prst="rect">
            <a:avLst/>
          </a:prstGeom>
          <a:noFill/>
          <a:ln>
            <a:noFill/>
          </a:ln>
        </p:spPr>
        <p:txBody>
          <a:bodyPr lIns="91425" tIns="91425" rIns="91425" bIns="91425" anchor="t" anchorCtr="0">
            <a:noAutofit/>
          </a:bodyPr>
          <a:lstStyle/>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p:txBody>
      </p:sp>
      <p:cxnSp>
        <p:nvCxnSpPr>
          <p:cNvPr id="15" name="Shape 122"/>
          <p:cNvCxnSpPr/>
          <p:nvPr userDrawn="1"/>
        </p:nvCxnSpPr>
        <p:spPr>
          <a:xfrm>
            <a:off x="6233250" y="1701550"/>
            <a:ext cx="1951199" cy="0"/>
          </a:xfrm>
          <a:prstGeom prst="straightConnector1">
            <a:avLst/>
          </a:prstGeom>
          <a:noFill/>
          <a:ln w="19050" cap="flat" cmpd="sng">
            <a:solidFill>
              <a:srgbClr val="EF3969"/>
            </a:solidFill>
            <a:prstDash val="solid"/>
            <a:round/>
            <a:headEnd type="none" w="med" len="med"/>
            <a:tailEnd type="none" w="med" len="med"/>
          </a:ln>
        </p:spPr>
      </p:cxnSp>
      <p:cxnSp>
        <p:nvCxnSpPr>
          <p:cNvPr id="16" name="Shape 123"/>
          <p:cNvCxnSpPr/>
          <p:nvPr userDrawn="1"/>
        </p:nvCxnSpPr>
        <p:spPr>
          <a:xfrm>
            <a:off x="959550" y="3763075"/>
            <a:ext cx="1951199" cy="0"/>
          </a:xfrm>
          <a:prstGeom prst="straightConnector1">
            <a:avLst/>
          </a:prstGeom>
          <a:noFill/>
          <a:ln w="19050" cap="flat" cmpd="sng">
            <a:solidFill>
              <a:srgbClr val="3A9ED9"/>
            </a:solidFill>
            <a:prstDash val="solid"/>
            <a:round/>
            <a:headEnd type="none" w="med" len="med"/>
            <a:tailEnd type="none" w="med" len="med"/>
          </a:ln>
        </p:spPr>
      </p:cxnSp>
      <p:cxnSp>
        <p:nvCxnSpPr>
          <p:cNvPr id="17" name="Shape 124"/>
          <p:cNvCxnSpPr/>
          <p:nvPr userDrawn="1"/>
        </p:nvCxnSpPr>
        <p:spPr>
          <a:xfrm>
            <a:off x="3538200" y="3763075"/>
            <a:ext cx="1951199" cy="0"/>
          </a:xfrm>
          <a:prstGeom prst="straightConnector1">
            <a:avLst/>
          </a:prstGeom>
          <a:noFill/>
          <a:ln w="19050" cap="flat" cmpd="sng">
            <a:solidFill>
              <a:srgbClr val="ED0096"/>
            </a:solidFill>
            <a:prstDash val="solid"/>
            <a:round/>
            <a:headEnd type="none" w="med" len="med"/>
            <a:tailEnd type="none" w="med" len="med"/>
          </a:ln>
        </p:spPr>
      </p:cxnSp>
      <p:cxnSp>
        <p:nvCxnSpPr>
          <p:cNvPr id="18" name="Shape 125"/>
          <p:cNvCxnSpPr/>
          <p:nvPr userDrawn="1"/>
        </p:nvCxnSpPr>
        <p:spPr>
          <a:xfrm>
            <a:off x="6233250" y="3763075"/>
            <a:ext cx="1951199" cy="0"/>
          </a:xfrm>
          <a:prstGeom prst="straightConnector1">
            <a:avLst/>
          </a:prstGeom>
          <a:noFill/>
          <a:ln w="19050" cap="flat" cmpd="sng">
            <a:solidFill>
              <a:srgbClr val="EF3969"/>
            </a:solidFill>
            <a:prstDash val="solid"/>
            <a:round/>
            <a:headEnd type="none" w="med" len="med"/>
            <a:tailEnd type="none" w="med" len="med"/>
          </a:ln>
        </p:spPr>
      </p:cxnSp>
      <p:sp>
        <p:nvSpPr>
          <p:cNvPr id="19" name="Shape 126"/>
          <p:cNvSpPr/>
          <p:nvPr userDrawn="1"/>
        </p:nvSpPr>
        <p:spPr>
          <a:xfrm rot="10800000">
            <a:off x="7958099" y="0"/>
            <a:ext cx="1185900" cy="1185900"/>
          </a:xfrm>
          <a:prstGeom prst="rtTriangle">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Shape 25"/>
        <p:cNvGrpSpPr/>
        <p:nvPr/>
      </p:nvGrpSpPr>
      <p:grpSpPr>
        <a:xfrm>
          <a:off x="0" y="0"/>
          <a:ext cx="0" cy="0"/>
          <a:chOff x="0" y="0"/>
          <a:chExt cx="0" cy="0"/>
        </a:xfrm>
      </p:grpSpPr>
      <p:sp>
        <p:nvSpPr>
          <p:cNvPr id="4" name="Shape 131"/>
          <p:cNvSpPr txBox="1">
            <a:spLocks noGrp="1"/>
          </p:cNvSpPr>
          <p:nvPr>
            <p:ph type="title"/>
          </p:nvPr>
        </p:nvSpPr>
        <p:spPr>
          <a:xfrm>
            <a:off x="1028550" y="1917783"/>
            <a:ext cx="1813199" cy="472499"/>
          </a:xfrm>
          <a:prstGeom prst="rect">
            <a:avLst/>
          </a:prstGeom>
          <a:noFill/>
          <a:ln>
            <a:noFill/>
          </a:ln>
        </p:spPr>
        <p:txBody>
          <a:bodyPr lIns="91425" tIns="91425" rIns="91425" bIns="91425" anchor="t" anchorCtr="0">
            <a:noAutofit/>
          </a:bodyPr>
          <a:lstStyle/>
          <a:p>
            <a:pPr marL="0" marR="0" lvl="0" indent="0" algn="ctr" rtl="0">
              <a:lnSpc>
                <a:spcPct val="100000"/>
              </a:lnSpc>
              <a:spcBef>
                <a:spcPts val="0"/>
              </a:spcBef>
              <a:spcAft>
                <a:spcPts val="0"/>
              </a:spcAft>
              <a:buClr>
                <a:schemeClr val="dk1"/>
              </a:buClr>
              <a:buSzPct val="25000"/>
              <a:buFont typeface="Source Code Pro"/>
              <a:buNone/>
            </a:pPr>
            <a:r>
              <a:rPr lang="en" sz="1800" b="1" i="0" u="none" strike="noStrike" cap="none">
                <a:solidFill>
                  <a:srgbClr val="3A9ED9"/>
                </a:solidFill>
                <a:latin typeface="Source Code Pro"/>
                <a:ea typeface="Source Code Pro"/>
                <a:cs typeface="Source Code Pro"/>
                <a:sym typeface="Source Code Pro"/>
              </a:rPr>
              <a:t>Heading</a:t>
            </a:r>
          </a:p>
        </p:txBody>
      </p:sp>
      <p:sp>
        <p:nvSpPr>
          <p:cNvPr id="5" name="Shape 132"/>
          <p:cNvSpPr txBox="1">
            <a:spLocks noGrp="1"/>
          </p:cNvSpPr>
          <p:nvPr>
            <p:ph type="body" idx="1"/>
          </p:nvPr>
        </p:nvSpPr>
        <p:spPr>
          <a:xfrm>
            <a:off x="912150" y="2438750"/>
            <a:ext cx="2045999" cy="1470600"/>
          </a:xfrm>
          <a:prstGeom prst="rect">
            <a:avLst/>
          </a:prstGeom>
          <a:noFill/>
          <a:ln>
            <a:noFill/>
          </a:ln>
        </p:spPr>
        <p:txBody>
          <a:bodyPr lIns="91425" tIns="91425" rIns="91425" bIns="91425" anchor="t" anchorCtr="0">
            <a:noAutofit/>
          </a:bodyPr>
          <a:lstStyle/>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p:txBody>
      </p:sp>
      <p:pic>
        <p:nvPicPr>
          <p:cNvPr id="6" name="Shape 133"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
        <p:nvSpPr>
          <p:cNvPr id="7" name="Shape 134"/>
          <p:cNvSpPr txBox="1">
            <a:spLocks/>
          </p:cNvSpPr>
          <p:nvPr userDrawn="1"/>
        </p:nvSpPr>
        <p:spPr>
          <a:xfrm>
            <a:off x="3607200" y="1917783"/>
            <a:ext cx="1813199" cy="4724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lgn="ctr">
              <a:buSzPct val="25000"/>
              <a:buFont typeface="Source Code Pro"/>
              <a:buNone/>
            </a:pPr>
            <a:r>
              <a:rPr lang="en" sz="1800" b="1" smtClean="0">
                <a:solidFill>
                  <a:srgbClr val="ED0096"/>
                </a:solidFill>
                <a:latin typeface="Source Code Pro"/>
                <a:ea typeface="Source Code Pro"/>
                <a:cs typeface="Source Code Pro"/>
                <a:sym typeface="Source Code Pro"/>
              </a:rPr>
              <a:t>Heading</a:t>
            </a:r>
            <a:endParaRPr lang="en" sz="1800" b="1">
              <a:solidFill>
                <a:srgbClr val="ED0096"/>
              </a:solidFill>
              <a:latin typeface="Source Code Pro"/>
              <a:ea typeface="Source Code Pro"/>
              <a:cs typeface="Source Code Pro"/>
              <a:sym typeface="Source Code Pro"/>
            </a:endParaRPr>
          </a:p>
        </p:txBody>
      </p:sp>
      <p:sp>
        <p:nvSpPr>
          <p:cNvPr id="8" name="Shape 135"/>
          <p:cNvSpPr txBox="1">
            <a:spLocks noGrp="1"/>
          </p:cNvSpPr>
          <p:nvPr>
            <p:ph type="body" idx="10"/>
          </p:nvPr>
        </p:nvSpPr>
        <p:spPr>
          <a:xfrm>
            <a:off x="3490800" y="2438750"/>
            <a:ext cx="2045999" cy="1470600"/>
          </a:xfrm>
          <a:prstGeom prst="rect">
            <a:avLst/>
          </a:prstGeom>
          <a:noFill/>
          <a:ln>
            <a:noFill/>
          </a:ln>
        </p:spPr>
        <p:txBody>
          <a:bodyPr lIns="91425" tIns="91425" rIns="91425" bIns="91425" anchor="t" anchorCtr="0">
            <a:noAutofit/>
          </a:bodyPr>
          <a:lstStyle/>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p:txBody>
      </p:sp>
      <p:sp>
        <p:nvSpPr>
          <p:cNvPr id="9" name="Shape 136"/>
          <p:cNvSpPr txBox="1">
            <a:spLocks/>
          </p:cNvSpPr>
          <p:nvPr userDrawn="1"/>
        </p:nvSpPr>
        <p:spPr>
          <a:xfrm>
            <a:off x="6302250" y="1917783"/>
            <a:ext cx="1813199" cy="4724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lgn="ctr">
              <a:buSzPct val="25000"/>
              <a:buFont typeface="Source Code Pro"/>
              <a:buNone/>
            </a:pPr>
            <a:r>
              <a:rPr lang="en" sz="1800" b="1" smtClean="0">
                <a:solidFill>
                  <a:srgbClr val="EF3969"/>
                </a:solidFill>
                <a:latin typeface="Source Code Pro"/>
                <a:ea typeface="Source Code Pro"/>
                <a:cs typeface="Source Code Pro"/>
                <a:sym typeface="Source Code Pro"/>
              </a:rPr>
              <a:t>Heading</a:t>
            </a:r>
            <a:endParaRPr lang="en" sz="1800" b="1">
              <a:solidFill>
                <a:srgbClr val="EF3969"/>
              </a:solidFill>
              <a:latin typeface="Source Code Pro"/>
              <a:ea typeface="Source Code Pro"/>
              <a:cs typeface="Source Code Pro"/>
              <a:sym typeface="Source Code Pro"/>
            </a:endParaRPr>
          </a:p>
        </p:txBody>
      </p:sp>
      <p:sp>
        <p:nvSpPr>
          <p:cNvPr id="10" name="Shape 137"/>
          <p:cNvSpPr txBox="1">
            <a:spLocks noGrp="1"/>
          </p:cNvSpPr>
          <p:nvPr>
            <p:ph type="body" idx="11"/>
          </p:nvPr>
        </p:nvSpPr>
        <p:spPr>
          <a:xfrm>
            <a:off x="6185850" y="2438750"/>
            <a:ext cx="2045999" cy="1470600"/>
          </a:xfrm>
          <a:prstGeom prst="rect">
            <a:avLst/>
          </a:prstGeom>
          <a:noFill/>
          <a:ln>
            <a:noFill/>
          </a:ln>
        </p:spPr>
        <p:txBody>
          <a:bodyPr lIns="91425" tIns="91425" rIns="91425" bIns="91425" anchor="t" anchorCtr="0">
            <a:noAutofit/>
          </a:bodyPr>
          <a:lstStyle/>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p:txBody>
      </p:sp>
      <p:cxnSp>
        <p:nvCxnSpPr>
          <p:cNvPr id="11" name="Shape 138"/>
          <p:cNvCxnSpPr/>
          <p:nvPr userDrawn="1"/>
        </p:nvCxnSpPr>
        <p:spPr>
          <a:xfrm>
            <a:off x="959550" y="4144075"/>
            <a:ext cx="1951199" cy="0"/>
          </a:xfrm>
          <a:prstGeom prst="straightConnector1">
            <a:avLst/>
          </a:prstGeom>
          <a:noFill/>
          <a:ln w="19050" cap="flat" cmpd="sng">
            <a:solidFill>
              <a:srgbClr val="3A9ED9"/>
            </a:solidFill>
            <a:prstDash val="solid"/>
            <a:round/>
            <a:headEnd type="none" w="med" len="med"/>
            <a:tailEnd type="none" w="med" len="med"/>
          </a:ln>
        </p:spPr>
      </p:cxnSp>
      <p:cxnSp>
        <p:nvCxnSpPr>
          <p:cNvPr id="12" name="Shape 139"/>
          <p:cNvCxnSpPr/>
          <p:nvPr userDrawn="1"/>
        </p:nvCxnSpPr>
        <p:spPr>
          <a:xfrm>
            <a:off x="3538200" y="4144075"/>
            <a:ext cx="1951199" cy="0"/>
          </a:xfrm>
          <a:prstGeom prst="straightConnector1">
            <a:avLst/>
          </a:prstGeom>
          <a:noFill/>
          <a:ln w="19050" cap="flat" cmpd="sng">
            <a:solidFill>
              <a:srgbClr val="ED0096"/>
            </a:solidFill>
            <a:prstDash val="solid"/>
            <a:round/>
            <a:headEnd type="none" w="med" len="med"/>
            <a:tailEnd type="none" w="med" len="med"/>
          </a:ln>
        </p:spPr>
      </p:cxnSp>
      <p:cxnSp>
        <p:nvCxnSpPr>
          <p:cNvPr id="13" name="Shape 140"/>
          <p:cNvCxnSpPr/>
          <p:nvPr userDrawn="1"/>
        </p:nvCxnSpPr>
        <p:spPr>
          <a:xfrm>
            <a:off x="6233250" y="4144075"/>
            <a:ext cx="1951199" cy="0"/>
          </a:xfrm>
          <a:prstGeom prst="straightConnector1">
            <a:avLst/>
          </a:prstGeom>
          <a:noFill/>
          <a:ln w="19050" cap="flat" cmpd="sng">
            <a:solidFill>
              <a:srgbClr val="EF3969"/>
            </a:solidFill>
            <a:prstDash val="solid"/>
            <a:round/>
            <a:headEnd type="none" w="med" len="med"/>
            <a:tailEnd type="none" w="med" len="med"/>
          </a:ln>
        </p:spPr>
      </p:cxnSp>
      <p:cxnSp>
        <p:nvCxnSpPr>
          <p:cNvPr id="14" name="Shape 141"/>
          <p:cNvCxnSpPr/>
          <p:nvPr userDrawn="1"/>
        </p:nvCxnSpPr>
        <p:spPr>
          <a:xfrm>
            <a:off x="959550" y="1316850"/>
            <a:ext cx="1951199" cy="0"/>
          </a:xfrm>
          <a:prstGeom prst="straightConnector1">
            <a:avLst/>
          </a:prstGeom>
          <a:noFill/>
          <a:ln w="19050" cap="flat" cmpd="sng">
            <a:solidFill>
              <a:srgbClr val="3A9ED9"/>
            </a:solidFill>
            <a:prstDash val="solid"/>
            <a:round/>
            <a:headEnd type="none" w="med" len="med"/>
            <a:tailEnd type="none" w="med" len="med"/>
          </a:ln>
        </p:spPr>
      </p:cxnSp>
      <p:cxnSp>
        <p:nvCxnSpPr>
          <p:cNvPr id="15" name="Shape 142"/>
          <p:cNvCxnSpPr/>
          <p:nvPr userDrawn="1"/>
        </p:nvCxnSpPr>
        <p:spPr>
          <a:xfrm>
            <a:off x="3538200" y="1316850"/>
            <a:ext cx="1951199" cy="0"/>
          </a:xfrm>
          <a:prstGeom prst="straightConnector1">
            <a:avLst/>
          </a:prstGeom>
          <a:noFill/>
          <a:ln w="19050" cap="flat" cmpd="sng">
            <a:solidFill>
              <a:srgbClr val="ED0096"/>
            </a:solidFill>
            <a:prstDash val="solid"/>
            <a:round/>
            <a:headEnd type="none" w="med" len="med"/>
            <a:tailEnd type="none" w="med" len="med"/>
          </a:ln>
        </p:spPr>
      </p:cxnSp>
      <p:cxnSp>
        <p:nvCxnSpPr>
          <p:cNvPr id="16" name="Shape 143"/>
          <p:cNvCxnSpPr/>
          <p:nvPr userDrawn="1"/>
        </p:nvCxnSpPr>
        <p:spPr>
          <a:xfrm>
            <a:off x="6233250" y="1316850"/>
            <a:ext cx="1951199" cy="0"/>
          </a:xfrm>
          <a:prstGeom prst="straightConnector1">
            <a:avLst/>
          </a:prstGeom>
          <a:noFill/>
          <a:ln w="19050" cap="flat" cmpd="sng">
            <a:solidFill>
              <a:srgbClr val="EF3969"/>
            </a:solidFill>
            <a:prstDash val="solid"/>
            <a:round/>
            <a:headEnd type="none" w="med" len="med"/>
            <a:tailEnd type="none" w="med" len="med"/>
          </a:ln>
        </p:spPr>
      </p:cxnSp>
      <p:sp>
        <p:nvSpPr>
          <p:cNvPr id="17" name="Shape 144"/>
          <p:cNvSpPr/>
          <p:nvPr userDrawn="1"/>
        </p:nvSpPr>
        <p:spPr>
          <a:xfrm rot="10800000">
            <a:off x="7958099" y="0"/>
            <a:ext cx="1185900" cy="1185900"/>
          </a:xfrm>
          <a:prstGeom prst="rtTriangle">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8" name="Shape 145"/>
          <p:cNvSpPr/>
          <p:nvPr userDrawn="1"/>
        </p:nvSpPr>
        <p:spPr>
          <a:xfrm>
            <a:off x="1500750" y="882450"/>
            <a:ext cx="868800" cy="868800"/>
          </a:xfrm>
          <a:prstGeom prst="ellipse">
            <a:avLst/>
          </a:prstGeom>
          <a:solidFill>
            <a:srgbClr val="3A9ED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9" name="Shape 146"/>
          <p:cNvSpPr/>
          <p:nvPr userDrawn="1"/>
        </p:nvSpPr>
        <p:spPr>
          <a:xfrm>
            <a:off x="4079400" y="882450"/>
            <a:ext cx="868800" cy="868800"/>
          </a:xfrm>
          <a:prstGeom prst="ellipse">
            <a:avLst/>
          </a:prstGeom>
          <a:solidFill>
            <a:srgbClr val="ED0096"/>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20" name="Shape 147"/>
          <p:cNvSpPr/>
          <p:nvPr userDrawn="1"/>
        </p:nvSpPr>
        <p:spPr>
          <a:xfrm>
            <a:off x="6774450" y="882450"/>
            <a:ext cx="868800" cy="868800"/>
          </a:xfrm>
          <a:prstGeom prst="ellipse">
            <a:avLst/>
          </a:prstGeom>
          <a:solidFill>
            <a:srgbClr val="EF396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Shape 25"/>
        <p:cNvGrpSpPr/>
        <p:nvPr/>
      </p:nvGrpSpPr>
      <p:grpSpPr>
        <a:xfrm>
          <a:off x="0" y="0"/>
          <a:ext cx="0" cy="0"/>
          <a:chOff x="0" y="0"/>
          <a:chExt cx="0" cy="0"/>
        </a:xfrm>
      </p:grpSpPr>
      <p:sp>
        <p:nvSpPr>
          <p:cNvPr id="21" name="Shape 152"/>
          <p:cNvSpPr txBox="1">
            <a:spLocks noGrp="1"/>
          </p:cNvSpPr>
          <p:nvPr>
            <p:ph type="title"/>
          </p:nvPr>
        </p:nvSpPr>
        <p:spPr>
          <a:xfrm>
            <a:off x="1666500" y="1612975"/>
            <a:ext cx="5811000" cy="772499"/>
          </a:xfrm>
          <a:prstGeom prst="rect">
            <a:avLst/>
          </a:prstGeom>
          <a:noFill/>
          <a:ln>
            <a:noFill/>
          </a:ln>
        </p:spPr>
        <p:txBody>
          <a:bodyPr lIns="91425" tIns="91425" rIns="91425" bIns="91425" anchor="t" anchorCtr="0">
            <a:noAutofit/>
          </a:bodyPr>
          <a:lstStyle/>
          <a:p>
            <a:pPr marL="0" marR="0" lvl="0" indent="0" algn="ctr" rtl="0">
              <a:lnSpc>
                <a:spcPct val="100000"/>
              </a:lnSpc>
              <a:spcBef>
                <a:spcPts val="0"/>
              </a:spcBef>
              <a:spcAft>
                <a:spcPts val="0"/>
              </a:spcAft>
              <a:buClr>
                <a:schemeClr val="dk1"/>
              </a:buClr>
              <a:buSzPct val="25000"/>
              <a:buFont typeface="Source Code Pro"/>
              <a:buNone/>
            </a:pPr>
            <a:r>
              <a:rPr lang="en" sz="3000" b="1" i="0" u="none" strike="noStrike" cap="none">
                <a:solidFill>
                  <a:srgbClr val="3A9ED9"/>
                </a:solidFill>
                <a:latin typeface="Source Code Pro"/>
                <a:ea typeface="Source Code Pro"/>
                <a:cs typeface="Source Code Pro"/>
                <a:sym typeface="Source Code Pro"/>
              </a:rPr>
              <a:t>/ Heading goes here /</a:t>
            </a:r>
          </a:p>
        </p:txBody>
      </p:sp>
      <p:pic>
        <p:nvPicPr>
          <p:cNvPr id="22" name="Shape 153"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cxnSp>
        <p:nvCxnSpPr>
          <p:cNvPr id="23" name="Shape 154"/>
          <p:cNvCxnSpPr/>
          <p:nvPr userDrawn="1"/>
        </p:nvCxnSpPr>
        <p:spPr>
          <a:xfrm>
            <a:off x="3596400" y="4372675"/>
            <a:ext cx="1951199" cy="0"/>
          </a:xfrm>
          <a:prstGeom prst="straightConnector1">
            <a:avLst/>
          </a:prstGeom>
          <a:noFill/>
          <a:ln w="19050" cap="flat" cmpd="sng">
            <a:solidFill>
              <a:srgbClr val="3A9ED9"/>
            </a:solidFill>
            <a:prstDash val="solid"/>
            <a:round/>
            <a:headEnd type="none" w="med" len="med"/>
            <a:tailEnd type="none" w="med" len="med"/>
          </a:ln>
        </p:spPr>
      </p:cxnSp>
      <p:cxnSp>
        <p:nvCxnSpPr>
          <p:cNvPr id="24" name="Shape 155"/>
          <p:cNvCxnSpPr/>
          <p:nvPr userDrawn="1"/>
        </p:nvCxnSpPr>
        <p:spPr>
          <a:xfrm>
            <a:off x="3596400" y="935850"/>
            <a:ext cx="1951199" cy="0"/>
          </a:xfrm>
          <a:prstGeom prst="straightConnector1">
            <a:avLst/>
          </a:prstGeom>
          <a:noFill/>
          <a:ln w="19050" cap="flat" cmpd="sng">
            <a:solidFill>
              <a:srgbClr val="3A9ED9"/>
            </a:solidFill>
            <a:prstDash val="solid"/>
            <a:round/>
            <a:headEnd type="none" w="med" len="med"/>
            <a:tailEnd type="none" w="med" len="med"/>
          </a:ln>
        </p:spPr>
      </p:cxnSp>
      <p:sp>
        <p:nvSpPr>
          <p:cNvPr id="25" name="Shape 156"/>
          <p:cNvSpPr/>
          <p:nvPr userDrawn="1"/>
        </p:nvSpPr>
        <p:spPr>
          <a:xfrm rot="10800000">
            <a:off x="7958099" y="0"/>
            <a:ext cx="1185900" cy="1185900"/>
          </a:xfrm>
          <a:prstGeom prst="rtTriangle">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26" name="Shape 157"/>
          <p:cNvSpPr/>
          <p:nvPr userDrawn="1"/>
        </p:nvSpPr>
        <p:spPr>
          <a:xfrm>
            <a:off x="4137600" y="501450"/>
            <a:ext cx="868800" cy="868800"/>
          </a:xfrm>
          <a:prstGeom prst="ellipse">
            <a:avLst/>
          </a:prstGeom>
          <a:solidFill>
            <a:srgbClr val="3A9ED9"/>
          </a:solidFill>
          <a:ln>
            <a:noFill/>
          </a:ln>
        </p:spPr>
        <p:txBody>
          <a:bodyPr lIns="91425" tIns="91425" rIns="91425" bIns="91425" anchor="ctr" anchorCtr="0">
            <a:noAutofit/>
          </a:bodyPr>
          <a:lstStyle/>
          <a:p>
            <a:pPr marL="0" marR="0" lvl="0" indent="0" algn="ctr" rtl="0">
              <a:lnSpc>
                <a:spcPct val="100000"/>
              </a:lnSpc>
              <a:spcBef>
                <a:spcPts val="0"/>
              </a:spcBef>
              <a:spcAft>
                <a:spcPts val="0"/>
              </a:spcAft>
              <a:buClr>
                <a:srgbClr val="FFFFFF"/>
              </a:buClr>
              <a:buSzPct val="25000"/>
              <a:buFont typeface="Source Code Pro"/>
              <a:buNone/>
            </a:pPr>
            <a:r>
              <a:rPr lang="en" sz="3000" b="1" i="0" u="none" strike="noStrike" cap="none">
                <a:solidFill>
                  <a:srgbClr val="FFFFFF"/>
                </a:solidFill>
                <a:latin typeface="Source Code Pro"/>
                <a:ea typeface="Source Code Pro"/>
                <a:cs typeface="Source Code Pro"/>
                <a:sym typeface="Source Code Pro"/>
              </a:rPr>
              <a:t>1</a:t>
            </a:r>
          </a:p>
        </p:txBody>
      </p:sp>
      <p:sp>
        <p:nvSpPr>
          <p:cNvPr id="27" name="Shape 158"/>
          <p:cNvSpPr txBox="1">
            <a:spLocks noGrp="1"/>
          </p:cNvSpPr>
          <p:nvPr>
            <p:ph type="body" idx="1"/>
          </p:nvPr>
        </p:nvSpPr>
        <p:spPr>
          <a:xfrm>
            <a:off x="770400" y="2422475"/>
            <a:ext cx="7603199" cy="1535099"/>
          </a:xfrm>
          <a:prstGeom prst="rect">
            <a:avLst/>
          </a:prstGeom>
          <a:noFill/>
          <a:ln>
            <a:noFill/>
          </a:ln>
        </p:spPr>
        <p:txBody>
          <a:bodyPr lIns="91425" tIns="91425" rIns="91425" bIns="91425" anchor="t" anchorCtr="0">
            <a:noAutofit/>
          </a:bodyPr>
          <a:lstStyle/>
          <a:p>
            <a:pPr marL="0" marR="0" lvl="0" indent="0" algn="ctr" rtl="0">
              <a:lnSpc>
                <a:spcPct val="115000"/>
              </a:lnSpc>
              <a:spcBef>
                <a:spcPts val="0"/>
              </a:spcBef>
              <a:spcAft>
                <a:spcPts val="0"/>
              </a:spcAft>
              <a:buClr>
                <a:schemeClr val="lt2"/>
              </a:buClr>
              <a:buSzPct val="25000"/>
              <a:buFont typeface="Calibri"/>
              <a:buNone/>
            </a:pPr>
            <a:r>
              <a:rPr lang="en" sz="2400" b="0" i="0" u="none" strike="noStrike" cap="none">
                <a:solidFill>
                  <a:srgbClr val="434343"/>
                </a:solidFill>
                <a:latin typeface="Calibri"/>
                <a:ea typeface="Calibri"/>
                <a:cs typeface="Calibri"/>
                <a:sym typeface="Calibri"/>
              </a:rPr>
              <a:t>Fusce dapibus, tellus ac cursus commodo, tortor mauris condimentum nibh, ut fermentum massa justo sit amet risus. Aenean eu leo quam. Pellentesque ornare sem.</a:t>
            </a:r>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Shape 25"/>
        <p:cNvGrpSpPr/>
        <p:nvPr/>
      </p:nvGrpSpPr>
      <p:grpSpPr>
        <a:xfrm>
          <a:off x="0" y="0"/>
          <a:ext cx="0" cy="0"/>
          <a:chOff x="0" y="0"/>
          <a:chExt cx="0" cy="0"/>
        </a:xfrm>
      </p:grpSpPr>
      <p:sp>
        <p:nvSpPr>
          <p:cNvPr id="21" name="Shape 163"/>
          <p:cNvSpPr txBox="1">
            <a:spLocks noGrp="1"/>
          </p:cNvSpPr>
          <p:nvPr>
            <p:ph type="title"/>
          </p:nvPr>
        </p:nvSpPr>
        <p:spPr>
          <a:xfrm>
            <a:off x="1666500" y="1612975"/>
            <a:ext cx="5811000" cy="772499"/>
          </a:xfrm>
          <a:prstGeom prst="rect">
            <a:avLst/>
          </a:prstGeom>
          <a:noFill/>
          <a:ln>
            <a:noFill/>
          </a:ln>
        </p:spPr>
        <p:txBody>
          <a:bodyPr lIns="91425" tIns="91425" rIns="91425" bIns="91425" anchor="t" anchorCtr="0">
            <a:noAutofit/>
          </a:bodyPr>
          <a:lstStyle/>
          <a:p>
            <a:pPr marL="0" marR="0" lvl="0" indent="0" algn="ctr" rtl="0">
              <a:lnSpc>
                <a:spcPct val="100000"/>
              </a:lnSpc>
              <a:spcBef>
                <a:spcPts val="0"/>
              </a:spcBef>
              <a:spcAft>
                <a:spcPts val="0"/>
              </a:spcAft>
              <a:buClr>
                <a:schemeClr val="dk1"/>
              </a:buClr>
              <a:buSzPct val="25000"/>
              <a:buFont typeface="Source Code Pro"/>
              <a:buNone/>
            </a:pPr>
            <a:r>
              <a:rPr lang="en" sz="3000" b="1" i="0" u="none" strike="noStrike" cap="none">
                <a:solidFill>
                  <a:srgbClr val="ED0096"/>
                </a:solidFill>
                <a:latin typeface="Source Code Pro"/>
                <a:ea typeface="Source Code Pro"/>
                <a:cs typeface="Source Code Pro"/>
                <a:sym typeface="Source Code Pro"/>
              </a:rPr>
              <a:t>/ Heading goes here /</a:t>
            </a:r>
          </a:p>
        </p:txBody>
      </p:sp>
      <p:pic>
        <p:nvPicPr>
          <p:cNvPr id="22" name="Shape 164"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cxnSp>
        <p:nvCxnSpPr>
          <p:cNvPr id="23" name="Shape 165"/>
          <p:cNvCxnSpPr/>
          <p:nvPr userDrawn="1"/>
        </p:nvCxnSpPr>
        <p:spPr>
          <a:xfrm>
            <a:off x="3596400" y="4372675"/>
            <a:ext cx="1951199" cy="0"/>
          </a:xfrm>
          <a:prstGeom prst="straightConnector1">
            <a:avLst/>
          </a:prstGeom>
          <a:noFill/>
          <a:ln w="19050" cap="flat" cmpd="sng">
            <a:solidFill>
              <a:srgbClr val="ED0096"/>
            </a:solidFill>
            <a:prstDash val="solid"/>
            <a:round/>
            <a:headEnd type="none" w="med" len="med"/>
            <a:tailEnd type="none" w="med" len="med"/>
          </a:ln>
        </p:spPr>
      </p:cxnSp>
      <p:cxnSp>
        <p:nvCxnSpPr>
          <p:cNvPr id="24" name="Shape 166"/>
          <p:cNvCxnSpPr/>
          <p:nvPr userDrawn="1"/>
        </p:nvCxnSpPr>
        <p:spPr>
          <a:xfrm>
            <a:off x="3596400" y="935850"/>
            <a:ext cx="1951199" cy="0"/>
          </a:xfrm>
          <a:prstGeom prst="straightConnector1">
            <a:avLst/>
          </a:prstGeom>
          <a:noFill/>
          <a:ln w="19050" cap="flat" cmpd="sng">
            <a:solidFill>
              <a:srgbClr val="ED0096"/>
            </a:solidFill>
            <a:prstDash val="solid"/>
            <a:round/>
            <a:headEnd type="none" w="med" len="med"/>
            <a:tailEnd type="none" w="med" len="med"/>
          </a:ln>
        </p:spPr>
      </p:cxnSp>
      <p:sp>
        <p:nvSpPr>
          <p:cNvPr id="25" name="Shape 167"/>
          <p:cNvSpPr/>
          <p:nvPr userDrawn="1"/>
        </p:nvSpPr>
        <p:spPr>
          <a:xfrm rot="10800000">
            <a:off x="7958099" y="0"/>
            <a:ext cx="1185900" cy="1185900"/>
          </a:xfrm>
          <a:prstGeom prst="rtTriangle">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26" name="Shape 168"/>
          <p:cNvSpPr/>
          <p:nvPr userDrawn="1"/>
        </p:nvSpPr>
        <p:spPr>
          <a:xfrm>
            <a:off x="4137600" y="501450"/>
            <a:ext cx="868800" cy="868800"/>
          </a:xfrm>
          <a:prstGeom prst="ellipse">
            <a:avLst/>
          </a:prstGeom>
          <a:solidFill>
            <a:srgbClr val="ED0096"/>
          </a:solidFill>
          <a:ln>
            <a:noFill/>
          </a:ln>
        </p:spPr>
        <p:txBody>
          <a:bodyPr lIns="91425" tIns="91425" rIns="91425" bIns="91425" anchor="ctr" anchorCtr="0">
            <a:noAutofit/>
          </a:bodyPr>
          <a:lstStyle/>
          <a:p>
            <a:pPr marL="0" marR="0" lvl="0" indent="0" algn="ctr" rtl="0">
              <a:lnSpc>
                <a:spcPct val="100000"/>
              </a:lnSpc>
              <a:spcBef>
                <a:spcPts val="0"/>
              </a:spcBef>
              <a:spcAft>
                <a:spcPts val="0"/>
              </a:spcAft>
              <a:buClr>
                <a:srgbClr val="FFFFFF"/>
              </a:buClr>
              <a:buSzPct val="25000"/>
              <a:buFont typeface="Source Code Pro"/>
              <a:buNone/>
            </a:pPr>
            <a:r>
              <a:rPr lang="en" sz="3000" b="1" i="0" u="none" strike="noStrike" cap="none">
                <a:solidFill>
                  <a:srgbClr val="FFFFFF"/>
                </a:solidFill>
                <a:latin typeface="Source Code Pro"/>
                <a:ea typeface="Source Code Pro"/>
                <a:cs typeface="Source Code Pro"/>
                <a:sym typeface="Source Code Pro"/>
              </a:rPr>
              <a:t>2</a:t>
            </a:r>
          </a:p>
        </p:txBody>
      </p:sp>
      <p:sp>
        <p:nvSpPr>
          <p:cNvPr id="27" name="Shape 169"/>
          <p:cNvSpPr txBox="1">
            <a:spLocks noGrp="1"/>
          </p:cNvSpPr>
          <p:nvPr>
            <p:ph type="body" idx="1"/>
          </p:nvPr>
        </p:nvSpPr>
        <p:spPr>
          <a:xfrm>
            <a:off x="770400" y="2422475"/>
            <a:ext cx="7603199" cy="1535099"/>
          </a:xfrm>
          <a:prstGeom prst="rect">
            <a:avLst/>
          </a:prstGeom>
          <a:noFill/>
          <a:ln>
            <a:noFill/>
          </a:ln>
        </p:spPr>
        <p:txBody>
          <a:bodyPr lIns="91425" tIns="91425" rIns="91425" bIns="91425" anchor="t" anchorCtr="0">
            <a:noAutofit/>
          </a:bodyPr>
          <a:lstStyle/>
          <a:p>
            <a:pPr marL="0" marR="0" lvl="0" indent="0" algn="ctr" rtl="0">
              <a:lnSpc>
                <a:spcPct val="115000"/>
              </a:lnSpc>
              <a:spcBef>
                <a:spcPts val="0"/>
              </a:spcBef>
              <a:spcAft>
                <a:spcPts val="0"/>
              </a:spcAft>
              <a:buClr>
                <a:schemeClr val="lt2"/>
              </a:buClr>
              <a:buSzPct val="25000"/>
              <a:buFont typeface="Calibri"/>
              <a:buNone/>
            </a:pPr>
            <a:r>
              <a:rPr lang="en" sz="2400" b="0" i="0" u="none" strike="noStrike" cap="none">
                <a:solidFill>
                  <a:srgbClr val="434343"/>
                </a:solidFill>
                <a:latin typeface="Calibri"/>
                <a:ea typeface="Calibri"/>
                <a:cs typeface="Calibri"/>
                <a:sym typeface="Calibri"/>
              </a:rPr>
              <a:t>Fusce dapibus, tellus ac cursus commodo, tortor mauris condimentum nibh, ut fermentum massa justo sit amet risus. Aenean eu leo quam. Pellentesque ornare sem.</a:t>
            </a:r>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title and description">
    <p:spTree>
      <p:nvGrpSpPr>
        <p:cNvPr id="1" name="Shape 35"/>
        <p:cNvGrpSpPr/>
        <p:nvPr/>
      </p:nvGrpSpPr>
      <p:grpSpPr>
        <a:xfrm>
          <a:off x="0" y="0"/>
          <a:ext cx="0" cy="0"/>
          <a:chOff x="0" y="0"/>
          <a:chExt cx="0" cy="0"/>
        </a:xfrm>
      </p:grpSpPr>
      <p:sp>
        <p:nvSpPr>
          <p:cNvPr id="7" name="Shape 174"/>
          <p:cNvSpPr/>
          <p:nvPr userDrawn="1"/>
        </p:nvSpPr>
        <p:spPr>
          <a:xfrm>
            <a:off x="0" y="0"/>
            <a:ext cx="4793700" cy="5151300"/>
          </a:xfrm>
          <a:prstGeom prst="rect">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8" name="Shape 176"/>
          <p:cNvSpPr txBox="1">
            <a:spLocks noGrp="1"/>
          </p:cNvSpPr>
          <p:nvPr>
            <p:ph type="title"/>
          </p:nvPr>
        </p:nvSpPr>
        <p:spPr>
          <a:xfrm>
            <a:off x="525200" y="590275"/>
            <a:ext cx="3390900" cy="2284800"/>
          </a:xfrm>
          <a:prstGeom prst="rect">
            <a:avLst/>
          </a:prstGeom>
          <a:noFill/>
          <a:ln>
            <a:noFill/>
          </a:ln>
        </p:spPr>
        <p:txBody>
          <a:bodyPr lIns="91425" tIns="91425" rIns="91425" bIns="91425" anchor="t" anchorCtr="0">
            <a:noAutofit/>
          </a:bodyPr>
          <a:lstStyle/>
          <a:p>
            <a:pPr marL="0" marR="0" lvl="0" indent="0" algn="l" rtl="0">
              <a:lnSpc>
                <a:spcPct val="100000"/>
              </a:lnSpc>
              <a:spcBef>
                <a:spcPts val="0"/>
              </a:spcBef>
              <a:spcAft>
                <a:spcPts val="0"/>
              </a:spcAft>
              <a:buClr>
                <a:schemeClr val="dk1"/>
              </a:buClr>
              <a:buSzPct val="25000"/>
              <a:buFont typeface="Source Code Pro"/>
              <a:buNone/>
            </a:pPr>
            <a:r>
              <a:rPr lang="en" sz="4000" b="0" i="0" u="none" strike="noStrike" cap="none">
                <a:solidFill>
                  <a:srgbClr val="FFFFFF"/>
                </a:solidFill>
                <a:latin typeface="Source Code Pro"/>
                <a:ea typeface="Source Code Pro"/>
                <a:cs typeface="Source Code Pro"/>
                <a:sym typeface="Source Code Pro"/>
              </a:rPr>
              <a:t>Add a</a:t>
            </a:r>
          </a:p>
          <a:p>
            <a:pPr marL="0" marR="0" lvl="0" indent="0" algn="l" rtl="0">
              <a:lnSpc>
                <a:spcPct val="100000"/>
              </a:lnSpc>
              <a:spcBef>
                <a:spcPts val="0"/>
              </a:spcBef>
              <a:spcAft>
                <a:spcPts val="0"/>
              </a:spcAft>
              <a:buClr>
                <a:schemeClr val="dk1"/>
              </a:buClr>
              <a:buSzPct val="25000"/>
              <a:buFont typeface="Source Code Pro"/>
              <a:buNone/>
            </a:pPr>
            <a:r>
              <a:rPr lang="en" sz="4000" b="0" i="0" u="none" strike="noStrike" cap="none">
                <a:solidFill>
                  <a:srgbClr val="FFFFFF"/>
                </a:solidFill>
                <a:latin typeface="Source Code Pro"/>
                <a:ea typeface="Source Code Pro"/>
                <a:cs typeface="Source Code Pro"/>
                <a:sym typeface="Source Code Pro"/>
              </a:rPr>
              <a:t>&lt;headline&gt;</a:t>
            </a:r>
          </a:p>
          <a:p>
            <a:pPr marL="0" marR="0" lvl="0" indent="0" algn="l" rtl="0">
              <a:lnSpc>
                <a:spcPct val="100000"/>
              </a:lnSpc>
              <a:spcBef>
                <a:spcPts val="0"/>
              </a:spcBef>
              <a:spcAft>
                <a:spcPts val="0"/>
              </a:spcAft>
              <a:buClr>
                <a:schemeClr val="dk1"/>
              </a:buClr>
              <a:buSzPct val="25000"/>
              <a:buFont typeface="Source Code Pro"/>
              <a:buNone/>
            </a:pPr>
            <a:r>
              <a:rPr lang="en" sz="4000" b="0" i="0" u="none" strike="noStrike" cap="none">
                <a:solidFill>
                  <a:srgbClr val="FFFFFF"/>
                </a:solidFill>
                <a:latin typeface="Source Code Pro"/>
                <a:ea typeface="Source Code Pro"/>
                <a:cs typeface="Source Code Pro"/>
                <a:sym typeface="Source Code Pro"/>
              </a:rPr>
              <a:t>here</a:t>
            </a:r>
          </a:p>
        </p:txBody>
      </p:sp>
      <p:sp>
        <p:nvSpPr>
          <p:cNvPr id="9" name="Shape 177"/>
          <p:cNvSpPr/>
          <p:nvPr userDrawn="1"/>
        </p:nvSpPr>
        <p:spPr>
          <a:xfrm>
            <a:off x="3592175" y="0"/>
            <a:ext cx="2399399" cy="5151300"/>
          </a:xfrm>
          <a:prstGeom prst="triangle">
            <a:avLst>
              <a:gd name="adj" fmla="val 50000"/>
            </a:avLst>
          </a:prstGeom>
          <a:solidFill>
            <a:srgbClr val="FFFFFF"/>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0" name="Shape 178"/>
          <p:cNvSpPr txBox="1">
            <a:spLocks noGrp="1"/>
          </p:cNvSpPr>
          <p:nvPr>
            <p:ph type="body" idx="1"/>
          </p:nvPr>
        </p:nvSpPr>
        <p:spPr>
          <a:xfrm>
            <a:off x="5365125" y="771400"/>
            <a:ext cx="2995199" cy="3169499"/>
          </a:xfrm>
          <a:prstGeom prst="rect">
            <a:avLst/>
          </a:prstGeom>
          <a:noFill/>
          <a:ln>
            <a:noFill/>
          </a:ln>
        </p:spPr>
        <p:txBody>
          <a:bodyPr lIns="91425" tIns="91425" rIns="91425" bIns="91425" anchor="t" anchorCtr="0">
            <a:noAutofit/>
          </a:bodyPr>
          <a:lstStyle/>
          <a:p>
            <a:pPr marL="0" marR="0" lvl="0" indent="0" algn="l" rtl="0">
              <a:lnSpc>
                <a:spcPct val="115000"/>
              </a:lnSpc>
              <a:spcBef>
                <a:spcPts val="0"/>
              </a:spcBef>
              <a:spcAft>
                <a:spcPts val="0"/>
              </a:spcAft>
              <a:buClr>
                <a:schemeClr val="lt2"/>
              </a:buClr>
              <a:buSzPct val="25000"/>
              <a:buFont typeface="Calibri"/>
              <a:buNone/>
            </a:pPr>
            <a:r>
              <a:rPr lang="en" sz="2400" b="0" i="0" u="none" strike="noStrike" cap="none">
                <a:solidFill>
                  <a:srgbClr val="434343"/>
                </a:solidFill>
                <a:latin typeface="Calibri"/>
                <a:ea typeface="Calibri"/>
                <a:cs typeface="Calibri"/>
                <a:sym typeface="Calibri"/>
              </a:rPr>
              <a:t>Cras mattis cons ctetur purus sit amet fermentum adon:</a:t>
            </a:r>
          </a:p>
          <a:p>
            <a:pPr marL="0" marR="0" lvl="0" indent="0" algn="l" rtl="0">
              <a:lnSpc>
                <a:spcPct val="115000"/>
              </a:lnSpc>
              <a:spcBef>
                <a:spcPts val="0"/>
              </a:spcBef>
              <a:spcAft>
                <a:spcPts val="0"/>
              </a:spcAft>
              <a:buClr>
                <a:schemeClr val="lt2"/>
              </a:buClr>
              <a:buSzPct val="25000"/>
              <a:buFont typeface="Arial"/>
              <a:buNone/>
            </a:pPr>
            <a:endParaRPr sz="2400" b="0" i="0" u="none" strike="noStrike" cap="none">
              <a:solidFill>
                <a:srgbClr val="434343"/>
              </a:solidFill>
              <a:latin typeface="Calibri"/>
              <a:ea typeface="Calibri"/>
              <a:cs typeface="Calibri"/>
              <a:sym typeface="Calibri"/>
            </a:endParaRPr>
          </a:p>
          <a:p>
            <a:pPr marL="457200" marR="0" lvl="0" indent="-381000" algn="l" rtl="0">
              <a:lnSpc>
                <a:spcPct val="115000"/>
              </a:lnSpc>
              <a:spcBef>
                <a:spcPts val="0"/>
              </a:spcBef>
              <a:spcAft>
                <a:spcPts val="0"/>
              </a:spcAft>
              <a:buClr>
                <a:srgbClr val="434343"/>
              </a:buClr>
              <a:buSzPct val="25000"/>
              <a:buFont typeface="Calibri"/>
              <a:buNone/>
            </a:pPr>
            <a:r>
              <a:rPr lang="en" sz="2400" b="0" i="0" u="none" strike="noStrike" cap="none">
                <a:solidFill>
                  <a:srgbClr val="434343"/>
                </a:solidFill>
                <a:latin typeface="Calibri"/>
                <a:ea typeface="Calibri"/>
                <a:cs typeface="Calibri"/>
                <a:sym typeface="Calibri"/>
              </a:rPr>
              <a:t>Bullet point</a:t>
            </a:r>
          </a:p>
          <a:p>
            <a:pPr marL="457200" marR="0" lvl="0" indent="-381000" algn="l" rtl="0">
              <a:lnSpc>
                <a:spcPct val="115000"/>
              </a:lnSpc>
              <a:spcBef>
                <a:spcPts val="0"/>
              </a:spcBef>
              <a:spcAft>
                <a:spcPts val="0"/>
              </a:spcAft>
              <a:buClr>
                <a:srgbClr val="434343"/>
              </a:buClr>
              <a:buSzPct val="25000"/>
              <a:buFont typeface="Calibri"/>
              <a:buNone/>
            </a:pPr>
            <a:r>
              <a:rPr lang="en" sz="2400" b="0" i="0" u="none" strike="noStrike" cap="none">
                <a:solidFill>
                  <a:srgbClr val="434343"/>
                </a:solidFill>
                <a:latin typeface="Calibri"/>
                <a:ea typeface="Calibri"/>
                <a:cs typeface="Calibri"/>
                <a:sym typeface="Calibri"/>
              </a:rPr>
              <a:t>Bullet point</a:t>
            </a:r>
          </a:p>
          <a:p>
            <a:pPr marL="457200" marR="0" lvl="0" indent="-381000" algn="l" rtl="0">
              <a:lnSpc>
                <a:spcPct val="115000"/>
              </a:lnSpc>
              <a:spcBef>
                <a:spcPts val="0"/>
              </a:spcBef>
              <a:spcAft>
                <a:spcPts val="0"/>
              </a:spcAft>
              <a:buClr>
                <a:srgbClr val="434343"/>
              </a:buClr>
              <a:buSzPct val="25000"/>
              <a:buFont typeface="Calibri"/>
              <a:buNone/>
            </a:pPr>
            <a:r>
              <a:rPr lang="en" sz="2400" b="0" i="0" u="none" strike="noStrike" cap="none">
                <a:solidFill>
                  <a:srgbClr val="434343"/>
                </a:solidFill>
                <a:latin typeface="Calibri"/>
                <a:ea typeface="Calibri"/>
                <a:cs typeface="Calibri"/>
                <a:sym typeface="Calibri"/>
              </a:rPr>
              <a:t>Bullet point</a:t>
            </a:r>
          </a:p>
        </p:txBody>
      </p:sp>
      <p:pic>
        <p:nvPicPr>
          <p:cNvPr id="11" name="Shape 179"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aption">
    <p:spTree>
      <p:nvGrpSpPr>
        <p:cNvPr id="1" name="Shape 41"/>
        <p:cNvGrpSpPr/>
        <p:nvPr/>
      </p:nvGrpSpPr>
      <p:grpSpPr>
        <a:xfrm>
          <a:off x="0" y="0"/>
          <a:ext cx="0" cy="0"/>
          <a:chOff x="0" y="0"/>
          <a:chExt cx="0" cy="0"/>
        </a:xfrm>
      </p:grpSpPr>
      <p:sp>
        <p:nvSpPr>
          <p:cNvPr id="4" name="Shape 184"/>
          <p:cNvSpPr/>
          <p:nvPr userDrawn="1"/>
        </p:nvSpPr>
        <p:spPr>
          <a:xfrm>
            <a:off x="4350200" y="0"/>
            <a:ext cx="4793700" cy="5151300"/>
          </a:xfrm>
          <a:prstGeom prst="rect">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5" name="Shape 186"/>
          <p:cNvSpPr txBox="1">
            <a:spLocks noGrp="1"/>
          </p:cNvSpPr>
          <p:nvPr>
            <p:ph type="title"/>
          </p:nvPr>
        </p:nvSpPr>
        <p:spPr>
          <a:xfrm>
            <a:off x="5310889" y="590275"/>
            <a:ext cx="3390900" cy="2284800"/>
          </a:xfrm>
          <a:prstGeom prst="rect">
            <a:avLst/>
          </a:prstGeom>
          <a:noFill/>
          <a:ln>
            <a:noFill/>
          </a:ln>
        </p:spPr>
        <p:txBody>
          <a:bodyPr lIns="91425" tIns="91425" rIns="91425" bIns="91425" anchor="t" anchorCtr="0">
            <a:noAutofit/>
          </a:bodyPr>
          <a:lstStyle/>
          <a:p>
            <a:pPr marL="0" marR="0" lvl="0" indent="0" algn="r" rtl="0">
              <a:lnSpc>
                <a:spcPct val="100000"/>
              </a:lnSpc>
              <a:spcBef>
                <a:spcPts val="0"/>
              </a:spcBef>
              <a:spcAft>
                <a:spcPts val="0"/>
              </a:spcAft>
              <a:buClr>
                <a:schemeClr val="dk1"/>
              </a:buClr>
              <a:buSzPct val="25000"/>
              <a:buFont typeface="Source Code Pro"/>
              <a:buNone/>
            </a:pPr>
            <a:r>
              <a:rPr lang="en" sz="4000" b="0" i="0" u="none" strike="noStrike" cap="none">
                <a:solidFill>
                  <a:srgbClr val="FFFFFF"/>
                </a:solidFill>
                <a:latin typeface="Source Code Pro"/>
                <a:ea typeface="Source Code Pro"/>
                <a:cs typeface="Source Code Pro"/>
                <a:sym typeface="Source Code Pro"/>
              </a:rPr>
              <a:t>Add a</a:t>
            </a:r>
          </a:p>
          <a:p>
            <a:pPr marL="0" marR="0" lvl="0" indent="0" algn="r" rtl="0">
              <a:lnSpc>
                <a:spcPct val="100000"/>
              </a:lnSpc>
              <a:spcBef>
                <a:spcPts val="0"/>
              </a:spcBef>
              <a:spcAft>
                <a:spcPts val="0"/>
              </a:spcAft>
              <a:buClr>
                <a:schemeClr val="dk1"/>
              </a:buClr>
              <a:buSzPct val="25000"/>
              <a:buFont typeface="Source Code Pro"/>
              <a:buNone/>
            </a:pPr>
            <a:r>
              <a:rPr lang="en" sz="4000" b="0" i="0" u="none" strike="noStrike" cap="none">
                <a:solidFill>
                  <a:srgbClr val="FFFFFF"/>
                </a:solidFill>
                <a:latin typeface="Source Code Pro"/>
                <a:ea typeface="Source Code Pro"/>
                <a:cs typeface="Source Code Pro"/>
                <a:sym typeface="Source Code Pro"/>
              </a:rPr>
              <a:t>&lt;headline&gt;</a:t>
            </a:r>
          </a:p>
          <a:p>
            <a:pPr marL="0" marR="0" lvl="0" indent="0" algn="r" rtl="0">
              <a:lnSpc>
                <a:spcPct val="100000"/>
              </a:lnSpc>
              <a:spcBef>
                <a:spcPts val="0"/>
              </a:spcBef>
              <a:spcAft>
                <a:spcPts val="0"/>
              </a:spcAft>
              <a:buClr>
                <a:schemeClr val="dk1"/>
              </a:buClr>
              <a:buSzPct val="25000"/>
              <a:buFont typeface="Source Code Pro"/>
              <a:buNone/>
            </a:pPr>
            <a:r>
              <a:rPr lang="en" sz="4000" b="0" i="0" u="none" strike="noStrike" cap="none">
                <a:solidFill>
                  <a:srgbClr val="FFFFFF"/>
                </a:solidFill>
                <a:latin typeface="Source Code Pro"/>
                <a:ea typeface="Source Code Pro"/>
                <a:cs typeface="Source Code Pro"/>
                <a:sym typeface="Source Code Pro"/>
              </a:rPr>
              <a:t>here</a:t>
            </a:r>
          </a:p>
        </p:txBody>
      </p:sp>
      <p:sp>
        <p:nvSpPr>
          <p:cNvPr id="6" name="Shape 187"/>
          <p:cNvSpPr/>
          <p:nvPr userDrawn="1"/>
        </p:nvSpPr>
        <p:spPr>
          <a:xfrm>
            <a:off x="3150900" y="0"/>
            <a:ext cx="2399399" cy="5151300"/>
          </a:xfrm>
          <a:prstGeom prst="triangle">
            <a:avLst>
              <a:gd name="adj" fmla="val 50000"/>
            </a:avLst>
          </a:prstGeom>
          <a:solidFill>
            <a:srgbClr val="FFFFFF"/>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7" name="Shape 188"/>
          <p:cNvSpPr txBox="1">
            <a:spLocks noGrp="1"/>
          </p:cNvSpPr>
          <p:nvPr>
            <p:ph type="body" idx="1"/>
          </p:nvPr>
        </p:nvSpPr>
        <p:spPr>
          <a:xfrm>
            <a:off x="677600" y="771400"/>
            <a:ext cx="2995199" cy="3169499"/>
          </a:xfrm>
          <a:prstGeom prst="rect">
            <a:avLst/>
          </a:prstGeom>
          <a:noFill/>
          <a:ln>
            <a:noFill/>
          </a:ln>
        </p:spPr>
        <p:txBody>
          <a:bodyPr lIns="91425" tIns="91425" rIns="91425" bIns="91425" anchor="t" anchorCtr="0">
            <a:noAutofit/>
          </a:bodyPr>
          <a:lstStyle/>
          <a:p>
            <a:pPr marL="0" marR="0" lvl="0" indent="0" algn="l" rtl="0">
              <a:lnSpc>
                <a:spcPct val="115000"/>
              </a:lnSpc>
              <a:spcBef>
                <a:spcPts val="0"/>
              </a:spcBef>
              <a:spcAft>
                <a:spcPts val="0"/>
              </a:spcAft>
              <a:buClr>
                <a:schemeClr val="lt2"/>
              </a:buClr>
              <a:buSzPct val="25000"/>
              <a:buFont typeface="Calibri"/>
              <a:buNone/>
            </a:pPr>
            <a:r>
              <a:rPr lang="en" sz="2400" b="0" i="0" u="none" strike="noStrike" cap="none">
                <a:solidFill>
                  <a:srgbClr val="434343"/>
                </a:solidFill>
                <a:latin typeface="Calibri"/>
                <a:ea typeface="Calibri"/>
                <a:cs typeface="Calibri"/>
                <a:sym typeface="Calibri"/>
              </a:rPr>
              <a:t>Cras mattis cons ctetur purus sit amet fermentum adon:</a:t>
            </a:r>
          </a:p>
          <a:p>
            <a:pPr marL="0" marR="0" lvl="0" indent="0" algn="l" rtl="0">
              <a:lnSpc>
                <a:spcPct val="115000"/>
              </a:lnSpc>
              <a:spcBef>
                <a:spcPts val="0"/>
              </a:spcBef>
              <a:spcAft>
                <a:spcPts val="0"/>
              </a:spcAft>
              <a:buClr>
                <a:schemeClr val="lt2"/>
              </a:buClr>
              <a:buSzPct val="25000"/>
              <a:buFont typeface="Arial"/>
              <a:buNone/>
            </a:pPr>
            <a:endParaRPr sz="2400" b="0" i="0" u="none" strike="noStrike" cap="none">
              <a:solidFill>
                <a:srgbClr val="434343"/>
              </a:solidFill>
              <a:latin typeface="Calibri"/>
              <a:ea typeface="Calibri"/>
              <a:cs typeface="Calibri"/>
              <a:sym typeface="Calibri"/>
            </a:endParaRPr>
          </a:p>
          <a:p>
            <a:pPr marL="457200" marR="0" lvl="0" indent="-381000" algn="l" rtl="0">
              <a:lnSpc>
                <a:spcPct val="115000"/>
              </a:lnSpc>
              <a:spcBef>
                <a:spcPts val="0"/>
              </a:spcBef>
              <a:spcAft>
                <a:spcPts val="0"/>
              </a:spcAft>
              <a:buClr>
                <a:srgbClr val="434343"/>
              </a:buClr>
              <a:buSzPct val="25000"/>
              <a:buFont typeface="Calibri"/>
              <a:buNone/>
            </a:pPr>
            <a:r>
              <a:rPr lang="en" sz="2400" b="0" i="0" u="none" strike="noStrike" cap="none">
                <a:solidFill>
                  <a:srgbClr val="434343"/>
                </a:solidFill>
                <a:latin typeface="Calibri"/>
                <a:ea typeface="Calibri"/>
                <a:cs typeface="Calibri"/>
                <a:sym typeface="Calibri"/>
              </a:rPr>
              <a:t>Bullet point</a:t>
            </a:r>
          </a:p>
          <a:p>
            <a:pPr marL="457200" marR="0" lvl="0" indent="-381000" algn="l" rtl="0">
              <a:lnSpc>
                <a:spcPct val="115000"/>
              </a:lnSpc>
              <a:spcBef>
                <a:spcPts val="0"/>
              </a:spcBef>
              <a:spcAft>
                <a:spcPts val="0"/>
              </a:spcAft>
              <a:buClr>
                <a:srgbClr val="434343"/>
              </a:buClr>
              <a:buSzPct val="25000"/>
              <a:buFont typeface="Calibri"/>
              <a:buNone/>
            </a:pPr>
            <a:r>
              <a:rPr lang="en" sz="2400" b="0" i="0" u="none" strike="noStrike" cap="none">
                <a:solidFill>
                  <a:srgbClr val="434343"/>
                </a:solidFill>
                <a:latin typeface="Calibri"/>
                <a:ea typeface="Calibri"/>
                <a:cs typeface="Calibri"/>
                <a:sym typeface="Calibri"/>
              </a:rPr>
              <a:t>Bullet point</a:t>
            </a:r>
          </a:p>
          <a:p>
            <a:pPr marL="457200" marR="0" lvl="0" indent="-381000" algn="l" rtl="0">
              <a:lnSpc>
                <a:spcPct val="115000"/>
              </a:lnSpc>
              <a:spcBef>
                <a:spcPts val="0"/>
              </a:spcBef>
              <a:spcAft>
                <a:spcPts val="0"/>
              </a:spcAft>
              <a:buClr>
                <a:srgbClr val="434343"/>
              </a:buClr>
              <a:buSzPct val="25000"/>
              <a:buFont typeface="Calibri"/>
              <a:buNone/>
            </a:pPr>
            <a:r>
              <a:rPr lang="en" sz="2400" b="0" i="0" u="none" strike="noStrike" cap="none">
                <a:solidFill>
                  <a:srgbClr val="434343"/>
                </a:solidFill>
                <a:latin typeface="Calibri"/>
                <a:ea typeface="Calibri"/>
                <a:cs typeface="Calibri"/>
                <a:sym typeface="Calibri"/>
              </a:rPr>
              <a:t>Bullet point</a:t>
            </a:r>
          </a:p>
        </p:txBody>
      </p:sp>
      <p:pic>
        <p:nvPicPr>
          <p:cNvPr id="8" name="Shape 189"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ig number">
    <p:spTree>
      <p:nvGrpSpPr>
        <p:cNvPr id="1" name="Shape 44"/>
        <p:cNvGrpSpPr/>
        <p:nvPr/>
      </p:nvGrpSpPr>
      <p:grpSpPr>
        <a:xfrm>
          <a:off x="0" y="0"/>
          <a:ext cx="0" cy="0"/>
          <a:chOff x="0" y="0"/>
          <a:chExt cx="0" cy="0"/>
        </a:xfrm>
      </p:grpSpPr>
      <p:sp>
        <p:nvSpPr>
          <p:cNvPr id="5" name="Shape 68"/>
          <p:cNvSpPr/>
          <p:nvPr userDrawn="1"/>
        </p:nvSpPr>
        <p:spPr>
          <a:xfrm>
            <a:off x="0" y="2206325"/>
            <a:ext cx="9144000" cy="2936999"/>
          </a:xfrm>
          <a:prstGeom prst="rect">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6" name="Shape 69"/>
          <p:cNvSpPr txBox="1">
            <a:spLocks noGrp="1"/>
          </p:cNvSpPr>
          <p:nvPr>
            <p:ph type="title"/>
          </p:nvPr>
        </p:nvSpPr>
        <p:spPr>
          <a:xfrm>
            <a:off x="720000" y="308200"/>
            <a:ext cx="7704000" cy="572699"/>
          </a:xfrm>
          <a:prstGeom prst="rect">
            <a:avLst/>
          </a:prstGeom>
          <a:noFill/>
          <a:ln>
            <a:noFill/>
          </a:ln>
        </p:spPr>
        <p:txBody>
          <a:bodyPr lIns="91425" tIns="91425" rIns="91425" bIns="91425" anchor="t" anchorCtr="0">
            <a:noAutofit/>
          </a:bodyPr>
          <a:lstStyle/>
          <a:p>
            <a:pPr marL="0" marR="0" lvl="0" indent="0" algn="ctr" rtl="0">
              <a:lnSpc>
                <a:spcPct val="100000"/>
              </a:lnSpc>
              <a:spcBef>
                <a:spcPts val="0"/>
              </a:spcBef>
              <a:spcAft>
                <a:spcPts val="0"/>
              </a:spcAft>
              <a:buClr>
                <a:schemeClr val="dk1"/>
              </a:buClr>
              <a:buSzPct val="25000"/>
              <a:buFont typeface="Source Code Pro"/>
              <a:buNone/>
            </a:pPr>
            <a:r>
              <a:rPr lang="en" sz="2800" b="0" i="0" u="none" strike="noStrike" cap="none">
                <a:solidFill>
                  <a:srgbClr val="3A9ED9"/>
                </a:solidFill>
                <a:latin typeface="Source Code Pro"/>
                <a:ea typeface="Source Code Pro"/>
                <a:cs typeface="Source Code Pro"/>
                <a:sym typeface="Source Code Pro"/>
              </a:rPr>
              <a:t>/ meet your team /</a:t>
            </a:r>
          </a:p>
        </p:txBody>
      </p:sp>
      <p:pic>
        <p:nvPicPr>
          <p:cNvPr id="7" name="Shape 70" descr="megan.png"/>
          <p:cNvPicPr preferRelativeResize="0"/>
          <p:nvPr userDrawn="1"/>
        </p:nvPicPr>
        <p:blipFill rotWithShape="1">
          <a:blip r:embed="rId2">
            <a:alphaModFix/>
          </a:blip>
          <a:srcRect/>
          <a:stretch/>
        </p:blipFill>
        <p:spPr>
          <a:xfrm>
            <a:off x="1520895" y="1427375"/>
            <a:ext cx="1544624" cy="1544624"/>
          </a:xfrm>
          <a:prstGeom prst="rect">
            <a:avLst/>
          </a:prstGeom>
          <a:noFill/>
          <a:ln>
            <a:noFill/>
          </a:ln>
        </p:spPr>
      </p:pic>
      <p:pic>
        <p:nvPicPr>
          <p:cNvPr id="8" name="Shape 71" descr="jennifer.png"/>
          <p:cNvPicPr preferRelativeResize="0"/>
          <p:nvPr userDrawn="1"/>
        </p:nvPicPr>
        <p:blipFill rotWithShape="1">
          <a:blip r:embed="rId3">
            <a:alphaModFix/>
          </a:blip>
          <a:srcRect/>
          <a:stretch/>
        </p:blipFill>
        <p:spPr>
          <a:xfrm>
            <a:off x="3799691" y="1427374"/>
            <a:ext cx="1544624" cy="1544624"/>
          </a:xfrm>
          <a:prstGeom prst="rect">
            <a:avLst/>
          </a:prstGeom>
          <a:noFill/>
          <a:ln>
            <a:noFill/>
          </a:ln>
        </p:spPr>
      </p:pic>
      <p:sp>
        <p:nvSpPr>
          <p:cNvPr id="9" name="Shape 72"/>
          <p:cNvSpPr txBox="1"/>
          <p:nvPr userDrawn="1"/>
        </p:nvSpPr>
        <p:spPr>
          <a:xfrm>
            <a:off x="1334562" y="3288050"/>
            <a:ext cx="1917300" cy="648899"/>
          </a:xfrm>
          <a:prstGeom prst="rect">
            <a:avLst/>
          </a:prstGeom>
          <a:noFill/>
          <a:ln>
            <a:noFill/>
          </a:ln>
        </p:spPr>
        <p:txBody>
          <a:bodyPr lIns="91425" tIns="91425" rIns="91425" bIns="91425" anchor="t" anchorCtr="0">
            <a:noAutofit/>
          </a:bodyPr>
          <a:lstStyle/>
          <a:p>
            <a:pPr marL="0" marR="0" lvl="0" indent="0" algn="ctr" rtl="0">
              <a:lnSpc>
                <a:spcPct val="100000"/>
              </a:lnSpc>
              <a:spcBef>
                <a:spcPts val="0"/>
              </a:spcBef>
              <a:spcAft>
                <a:spcPts val="0"/>
              </a:spcAft>
              <a:buClr>
                <a:srgbClr val="FFFFFF"/>
              </a:buClr>
              <a:buSzPct val="25000"/>
              <a:buFont typeface="Arial"/>
              <a:buNone/>
            </a:pPr>
            <a:r>
              <a:rPr lang="en" sz="1600" b="1" i="0" u="none" strike="noStrike" cap="none">
                <a:solidFill>
                  <a:srgbClr val="FFFFFF"/>
                </a:solidFill>
                <a:latin typeface="Calibri"/>
                <a:ea typeface="Calibri"/>
                <a:cs typeface="Calibri"/>
                <a:sym typeface="Calibri"/>
              </a:rPr>
              <a:t>NAME</a:t>
            </a:r>
          </a:p>
          <a:p>
            <a:pPr marL="0" marR="0" lvl="0" indent="0" algn="ctr" rtl="0">
              <a:lnSpc>
                <a:spcPct val="100000"/>
              </a:lnSpc>
              <a:spcBef>
                <a:spcPts val="0"/>
              </a:spcBef>
              <a:spcAft>
                <a:spcPts val="0"/>
              </a:spcAft>
              <a:buClr>
                <a:srgbClr val="FFFFFF"/>
              </a:buClr>
              <a:buSzPct val="25000"/>
              <a:buFont typeface="Arial"/>
              <a:buNone/>
            </a:pPr>
            <a:r>
              <a:rPr lang="en" sz="1200" b="0" i="0" u="none" strike="noStrike" cap="none">
                <a:solidFill>
                  <a:srgbClr val="FFFFFF"/>
                </a:solidFill>
                <a:latin typeface="Calibri"/>
                <a:ea typeface="Calibri"/>
                <a:cs typeface="Calibri"/>
                <a:sym typeface="Calibri"/>
              </a:rPr>
              <a:t>Title Here</a:t>
            </a:r>
          </a:p>
        </p:txBody>
      </p:sp>
      <p:sp>
        <p:nvSpPr>
          <p:cNvPr id="10" name="Shape 73"/>
          <p:cNvSpPr txBox="1"/>
          <p:nvPr userDrawn="1"/>
        </p:nvSpPr>
        <p:spPr>
          <a:xfrm>
            <a:off x="3455689" y="3288050"/>
            <a:ext cx="2232599" cy="648899"/>
          </a:xfrm>
          <a:prstGeom prst="rect">
            <a:avLst/>
          </a:prstGeom>
          <a:noFill/>
          <a:ln>
            <a:noFill/>
          </a:ln>
        </p:spPr>
        <p:txBody>
          <a:bodyPr lIns="91425" tIns="91425" rIns="91425" bIns="91425" anchor="t" anchorCtr="0">
            <a:noAutofit/>
          </a:bodyPr>
          <a:lstStyle/>
          <a:p>
            <a:pPr marL="0" marR="0" lvl="0" indent="0" algn="ctr" rtl="0">
              <a:lnSpc>
                <a:spcPct val="100000"/>
              </a:lnSpc>
              <a:spcBef>
                <a:spcPts val="0"/>
              </a:spcBef>
              <a:spcAft>
                <a:spcPts val="0"/>
              </a:spcAft>
              <a:buClr>
                <a:srgbClr val="F3F3F3"/>
              </a:buClr>
              <a:buSzPct val="25000"/>
              <a:buFont typeface="Arial"/>
              <a:buNone/>
            </a:pPr>
            <a:r>
              <a:rPr lang="en" sz="1600" b="1" i="0" u="none" strike="noStrike" cap="none">
                <a:solidFill>
                  <a:srgbClr val="F3F3F3"/>
                </a:solidFill>
                <a:latin typeface="Calibri"/>
                <a:ea typeface="Calibri"/>
                <a:cs typeface="Calibri"/>
                <a:sym typeface="Calibri"/>
              </a:rPr>
              <a:t>NAME</a:t>
            </a:r>
          </a:p>
          <a:p>
            <a:pPr marL="0" marR="0" lvl="0" indent="0" algn="ctr" rtl="0">
              <a:lnSpc>
                <a:spcPct val="100000"/>
              </a:lnSpc>
              <a:spcBef>
                <a:spcPts val="0"/>
              </a:spcBef>
              <a:spcAft>
                <a:spcPts val="0"/>
              </a:spcAft>
              <a:buClr>
                <a:schemeClr val="dk1"/>
              </a:buClr>
              <a:buSzPct val="25000"/>
              <a:buFont typeface="Arial"/>
              <a:buNone/>
            </a:pPr>
            <a:r>
              <a:rPr lang="en" sz="1200" b="0" i="0" u="none" strike="noStrike" cap="none">
                <a:solidFill>
                  <a:schemeClr val="dk1"/>
                </a:solidFill>
                <a:latin typeface="Calibri"/>
                <a:ea typeface="Calibri"/>
                <a:cs typeface="Calibri"/>
                <a:sym typeface="Calibri"/>
              </a:rPr>
              <a:t>Title Here</a:t>
            </a:r>
          </a:p>
        </p:txBody>
      </p:sp>
      <p:pic>
        <p:nvPicPr>
          <p:cNvPr id="11" name="Shape 74" descr="megan.png"/>
          <p:cNvPicPr preferRelativeResize="0"/>
          <p:nvPr userDrawn="1"/>
        </p:nvPicPr>
        <p:blipFill rotWithShape="1">
          <a:blip r:embed="rId2">
            <a:alphaModFix/>
          </a:blip>
          <a:srcRect/>
          <a:stretch/>
        </p:blipFill>
        <p:spPr>
          <a:xfrm>
            <a:off x="6078496" y="1427375"/>
            <a:ext cx="1544624" cy="1544624"/>
          </a:xfrm>
          <a:prstGeom prst="rect">
            <a:avLst/>
          </a:prstGeom>
          <a:noFill/>
          <a:ln>
            <a:noFill/>
          </a:ln>
        </p:spPr>
      </p:pic>
      <p:sp>
        <p:nvSpPr>
          <p:cNvPr id="12" name="Shape 75"/>
          <p:cNvSpPr txBox="1"/>
          <p:nvPr userDrawn="1"/>
        </p:nvSpPr>
        <p:spPr>
          <a:xfrm>
            <a:off x="5892112" y="3288050"/>
            <a:ext cx="1917300" cy="648899"/>
          </a:xfrm>
          <a:prstGeom prst="rect">
            <a:avLst/>
          </a:prstGeom>
          <a:noFill/>
          <a:ln>
            <a:noFill/>
          </a:ln>
        </p:spPr>
        <p:txBody>
          <a:bodyPr lIns="91425" tIns="91425" rIns="91425" bIns="91425" anchor="t" anchorCtr="0">
            <a:noAutofit/>
          </a:bodyPr>
          <a:lstStyle/>
          <a:p>
            <a:pPr marL="0" marR="0" lvl="0" indent="0" algn="ctr" rtl="0">
              <a:lnSpc>
                <a:spcPct val="100000"/>
              </a:lnSpc>
              <a:spcBef>
                <a:spcPts val="0"/>
              </a:spcBef>
              <a:spcAft>
                <a:spcPts val="0"/>
              </a:spcAft>
              <a:buClr>
                <a:srgbClr val="FFFFFF"/>
              </a:buClr>
              <a:buSzPct val="25000"/>
              <a:buFont typeface="Arial"/>
              <a:buNone/>
            </a:pPr>
            <a:r>
              <a:rPr lang="en" sz="1600" b="1" i="0" u="none" strike="noStrike" cap="none">
                <a:solidFill>
                  <a:srgbClr val="FFFFFF"/>
                </a:solidFill>
                <a:latin typeface="Calibri"/>
                <a:ea typeface="Calibri"/>
                <a:cs typeface="Calibri"/>
                <a:sym typeface="Calibri"/>
              </a:rPr>
              <a:t>NAME</a:t>
            </a:r>
          </a:p>
          <a:p>
            <a:pPr marL="0" marR="0" lvl="0" indent="0" algn="ctr" rtl="0">
              <a:lnSpc>
                <a:spcPct val="100000"/>
              </a:lnSpc>
              <a:spcBef>
                <a:spcPts val="0"/>
              </a:spcBef>
              <a:spcAft>
                <a:spcPts val="0"/>
              </a:spcAft>
              <a:buClr>
                <a:schemeClr val="dk1"/>
              </a:buClr>
              <a:buSzPct val="25000"/>
              <a:buFont typeface="Arial"/>
              <a:buNone/>
            </a:pPr>
            <a:r>
              <a:rPr lang="en" sz="1200" b="0" i="0" u="none" strike="noStrike" cap="none">
                <a:solidFill>
                  <a:schemeClr val="dk1"/>
                </a:solidFill>
                <a:latin typeface="Calibri"/>
                <a:ea typeface="Calibri"/>
                <a:cs typeface="Calibri"/>
                <a:sym typeface="Calibri"/>
              </a:rPr>
              <a:t>Title Here</a:t>
            </a:r>
          </a:p>
        </p:txBody>
      </p:sp>
      <p:pic>
        <p:nvPicPr>
          <p:cNvPr id="13" name="Shape 76" descr="metis-mini.png"/>
          <p:cNvPicPr preferRelativeResize="0"/>
          <p:nvPr userDrawn="1"/>
        </p:nvPicPr>
        <p:blipFill rotWithShape="1">
          <a:blip r:embed="rId4">
            <a:alphaModFix amt="25000"/>
          </a:blip>
          <a:srcRect/>
          <a:stretch/>
        </p:blipFill>
        <p:spPr>
          <a:xfrm>
            <a:off x="4408787" y="4444075"/>
            <a:ext cx="326424" cy="384999"/>
          </a:xfrm>
          <a:prstGeom prst="rect">
            <a:avLst/>
          </a:prstGeom>
          <a:noFill/>
          <a:ln>
            <a:noFill/>
          </a:ln>
        </p:spPr>
      </p:pic>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Shape 48"/>
        <p:cNvGrpSpPr/>
        <p:nvPr/>
      </p:nvGrpSpPr>
      <p:grpSpPr>
        <a:xfrm>
          <a:off x="0" y="0"/>
          <a:ext cx="0" cy="0"/>
          <a:chOff x="0" y="0"/>
          <a:chExt cx="0" cy="0"/>
        </a:xfrm>
      </p:grpSpPr>
      <p:sp>
        <p:nvSpPr>
          <p:cNvPr id="3" name="Shape 210"/>
          <p:cNvSpPr/>
          <p:nvPr userDrawn="1"/>
        </p:nvSpPr>
        <p:spPr>
          <a:xfrm>
            <a:off x="6096000" y="0"/>
            <a:ext cx="3048000" cy="118200"/>
          </a:xfrm>
          <a:prstGeom prst="rect">
            <a:avLst/>
          </a:prstGeom>
          <a:solidFill>
            <a:srgbClr val="EF396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5" name="Shape 212"/>
          <p:cNvSpPr/>
          <p:nvPr userDrawn="1"/>
        </p:nvSpPr>
        <p:spPr>
          <a:xfrm>
            <a:off x="3048000" y="0"/>
            <a:ext cx="3048000" cy="118200"/>
          </a:xfrm>
          <a:prstGeom prst="rect">
            <a:avLst/>
          </a:prstGeom>
          <a:solidFill>
            <a:srgbClr val="ED0096"/>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6" name="Shape 213"/>
          <p:cNvSpPr/>
          <p:nvPr userDrawn="1"/>
        </p:nvSpPr>
        <p:spPr>
          <a:xfrm>
            <a:off x="0" y="0"/>
            <a:ext cx="3048000" cy="118200"/>
          </a:xfrm>
          <a:prstGeom prst="rect">
            <a:avLst/>
          </a:prstGeom>
          <a:solidFill>
            <a:srgbClr val="3A9ED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pic>
        <p:nvPicPr>
          <p:cNvPr id="7" name="Shape 214"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
        <p:nvSpPr>
          <p:cNvPr id="8" name="Shape 215"/>
          <p:cNvSpPr txBox="1">
            <a:spLocks/>
          </p:cNvSpPr>
          <p:nvPr userDrawn="1"/>
        </p:nvSpPr>
        <p:spPr>
          <a:xfrm>
            <a:off x="1038875" y="874125"/>
            <a:ext cx="6703800" cy="842700"/>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3600" smtClean="0">
                <a:solidFill>
                  <a:srgbClr val="3A9ED9"/>
                </a:solidFill>
                <a:latin typeface="Source Code Pro"/>
                <a:ea typeface="Source Code Pro"/>
                <a:cs typeface="Source Code Pro"/>
                <a:sym typeface="Source Code Pro"/>
              </a:rPr>
              <a:t>/ headline goes here /</a:t>
            </a:r>
            <a:endParaRPr lang="en" sz="3600">
              <a:solidFill>
                <a:srgbClr val="3A9ED9"/>
              </a:solidFill>
              <a:latin typeface="Source Code Pro"/>
              <a:ea typeface="Source Code Pro"/>
              <a:cs typeface="Source Code Pro"/>
              <a:sym typeface="Source Code Pro"/>
            </a:endParaRPr>
          </a:p>
        </p:txBody>
      </p:sp>
      <p:sp>
        <p:nvSpPr>
          <p:cNvPr id="9" name="Shape 216"/>
          <p:cNvSpPr txBox="1">
            <a:spLocks/>
          </p:cNvSpPr>
          <p:nvPr userDrawn="1"/>
        </p:nvSpPr>
        <p:spPr>
          <a:xfrm>
            <a:off x="1038875" y="1951700"/>
            <a:ext cx="6703800" cy="22817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2400" smtClean="0">
                <a:solidFill>
                  <a:schemeClr val="lt1"/>
                </a:solidFill>
                <a:latin typeface="Source Code Pro"/>
                <a:ea typeface="Source Code Pro"/>
                <a:cs typeface="Source Code Pro"/>
                <a:sym typeface="Source Code Pro"/>
              </a:rPr>
              <a:t>Curabitur blandit tempus porttitor. Donec id elit non mi porta gravida at eget metus ipsum lorem. Cras mattis consectetur purus sit amet fermentum lorem ipsum dolor.</a:t>
            </a:r>
            <a:endParaRPr lang="en" sz="2400">
              <a:solidFill>
                <a:schemeClr val="lt1"/>
              </a:solidFill>
              <a:latin typeface="Source Code Pro"/>
              <a:ea typeface="Source Code Pro"/>
              <a:cs typeface="Source Code Pro"/>
              <a:sym typeface="Source Code Pro"/>
            </a:endParaRPr>
          </a:p>
        </p:txBody>
      </p:sp>
    </p:spTree>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Shape 48"/>
        <p:cNvGrpSpPr/>
        <p:nvPr/>
      </p:nvGrpSpPr>
      <p:grpSpPr>
        <a:xfrm>
          <a:off x="0" y="0"/>
          <a:ext cx="0" cy="0"/>
          <a:chOff x="0" y="0"/>
          <a:chExt cx="0" cy="0"/>
        </a:xfrm>
      </p:grpSpPr>
      <p:sp>
        <p:nvSpPr>
          <p:cNvPr id="10" name="Shape 221"/>
          <p:cNvSpPr/>
          <p:nvPr userDrawn="1"/>
        </p:nvSpPr>
        <p:spPr>
          <a:xfrm>
            <a:off x="6096000" y="0"/>
            <a:ext cx="3048000" cy="118200"/>
          </a:xfrm>
          <a:prstGeom prst="rect">
            <a:avLst/>
          </a:prstGeom>
          <a:solidFill>
            <a:srgbClr val="EF396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2" name="Shape 223"/>
          <p:cNvSpPr/>
          <p:nvPr userDrawn="1"/>
        </p:nvSpPr>
        <p:spPr>
          <a:xfrm>
            <a:off x="3048000" y="0"/>
            <a:ext cx="3048000" cy="118200"/>
          </a:xfrm>
          <a:prstGeom prst="rect">
            <a:avLst/>
          </a:prstGeom>
          <a:solidFill>
            <a:srgbClr val="ED0096"/>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3" name="Shape 224"/>
          <p:cNvSpPr/>
          <p:nvPr userDrawn="1"/>
        </p:nvSpPr>
        <p:spPr>
          <a:xfrm>
            <a:off x="0" y="0"/>
            <a:ext cx="3048000" cy="1323900"/>
          </a:xfrm>
          <a:prstGeom prst="rect">
            <a:avLst/>
          </a:prstGeom>
          <a:solidFill>
            <a:srgbClr val="3A9ED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pic>
        <p:nvPicPr>
          <p:cNvPr id="14" name="Shape 225"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
        <p:nvSpPr>
          <p:cNvPr id="15" name="Shape 226"/>
          <p:cNvSpPr txBox="1">
            <a:spLocks/>
          </p:cNvSpPr>
          <p:nvPr userDrawn="1"/>
        </p:nvSpPr>
        <p:spPr>
          <a:xfrm>
            <a:off x="1038875" y="1951700"/>
            <a:ext cx="6703800" cy="22817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2400" smtClean="0">
                <a:solidFill>
                  <a:schemeClr val="lt1"/>
                </a:solidFill>
                <a:latin typeface="Source Code Pro"/>
                <a:ea typeface="Source Code Pro"/>
                <a:cs typeface="Source Code Pro"/>
                <a:sym typeface="Source Code Pro"/>
              </a:rPr>
              <a:t>Curabitur blandit tempus porttitor. Donec id elit non mi porta gravida at eget metus ipsum lorem. Cras mattis consectetur purus sit amet fermentum lorem ipsum dolor.</a:t>
            </a:r>
            <a:endParaRPr lang="en" sz="2400">
              <a:solidFill>
                <a:schemeClr val="lt1"/>
              </a:solidFill>
              <a:latin typeface="Source Code Pro"/>
              <a:ea typeface="Source Code Pro"/>
              <a:cs typeface="Source Code Pro"/>
              <a:sym typeface="Source Code Pro"/>
            </a:endParaRPr>
          </a:p>
        </p:txBody>
      </p:sp>
      <p:sp>
        <p:nvSpPr>
          <p:cNvPr id="16" name="Shape 227"/>
          <p:cNvSpPr txBox="1">
            <a:spLocks/>
          </p:cNvSpPr>
          <p:nvPr userDrawn="1"/>
        </p:nvSpPr>
        <p:spPr>
          <a:xfrm>
            <a:off x="266650" y="170500"/>
            <a:ext cx="2415300" cy="9668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2400" smtClean="0">
                <a:solidFill>
                  <a:srgbClr val="FFFFFF"/>
                </a:solidFill>
                <a:latin typeface="Source Code Pro"/>
                <a:ea typeface="Source Code Pro"/>
                <a:cs typeface="Source Code Pro"/>
                <a:sym typeface="Source Code Pro"/>
              </a:rPr>
              <a:t>Section </a:t>
            </a:r>
          </a:p>
          <a:p>
            <a:pPr>
              <a:buSzPct val="25000"/>
              <a:buFont typeface="Source Code Pro"/>
              <a:buNone/>
            </a:pPr>
            <a:r>
              <a:rPr lang="en" sz="2400" smtClean="0">
                <a:solidFill>
                  <a:srgbClr val="FFFFFF"/>
                </a:solidFill>
                <a:latin typeface="Source Code Pro"/>
                <a:ea typeface="Source Code Pro"/>
                <a:cs typeface="Source Code Pro"/>
                <a:sym typeface="Source Code Pro"/>
              </a:rPr>
              <a:t>001</a:t>
            </a:r>
            <a:endParaRPr lang="en" sz="2400">
              <a:solidFill>
                <a:srgbClr val="FFFFFF"/>
              </a:solidFill>
              <a:latin typeface="Source Code Pro"/>
              <a:ea typeface="Source Code Pro"/>
              <a:cs typeface="Source Code Pro"/>
              <a:sym typeface="Source Code Pro"/>
            </a:endParaRPr>
          </a:p>
        </p:txBody>
      </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Shape 48"/>
        <p:cNvGrpSpPr/>
        <p:nvPr/>
      </p:nvGrpSpPr>
      <p:grpSpPr>
        <a:xfrm>
          <a:off x="0" y="0"/>
          <a:ext cx="0" cy="0"/>
          <a:chOff x="0" y="0"/>
          <a:chExt cx="0" cy="0"/>
        </a:xfrm>
      </p:grpSpPr>
      <p:sp>
        <p:nvSpPr>
          <p:cNvPr id="9" name="Shape 232"/>
          <p:cNvSpPr/>
          <p:nvPr userDrawn="1"/>
        </p:nvSpPr>
        <p:spPr>
          <a:xfrm>
            <a:off x="6096000" y="0"/>
            <a:ext cx="3048000" cy="118200"/>
          </a:xfrm>
          <a:prstGeom prst="rect">
            <a:avLst/>
          </a:prstGeom>
          <a:solidFill>
            <a:srgbClr val="EF396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8" name="Shape 234"/>
          <p:cNvSpPr/>
          <p:nvPr userDrawn="1"/>
        </p:nvSpPr>
        <p:spPr>
          <a:xfrm>
            <a:off x="3048000" y="0"/>
            <a:ext cx="3048000" cy="1323900"/>
          </a:xfrm>
          <a:prstGeom prst="rect">
            <a:avLst/>
          </a:prstGeom>
          <a:solidFill>
            <a:srgbClr val="ED0096"/>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9" name="Shape 235"/>
          <p:cNvSpPr/>
          <p:nvPr userDrawn="1"/>
        </p:nvSpPr>
        <p:spPr>
          <a:xfrm>
            <a:off x="0" y="0"/>
            <a:ext cx="3048000" cy="118200"/>
          </a:xfrm>
          <a:prstGeom prst="rect">
            <a:avLst/>
          </a:prstGeom>
          <a:solidFill>
            <a:srgbClr val="3A9ED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pic>
        <p:nvPicPr>
          <p:cNvPr id="20" name="Shape 236"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
        <p:nvSpPr>
          <p:cNvPr id="21" name="Shape 237"/>
          <p:cNvSpPr txBox="1">
            <a:spLocks/>
          </p:cNvSpPr>
          <p:nvPr userDrawn="1"/>
        </p:nvSpPr>
        <p:spPr>
          <a:xfrm>
            <a:off x="3321050" y="170500"/>
            <a:ext cx="2415300" cy="9668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2400" smtClean="0">
                <a:solidFill>
                  <a:srgbClr val="FFFFFF"/>
                </a:solidFill>
                <a:latin typeface="Source Code Pro"/>
                <a:ea typeface="Source Code Pro"/>
                <a:cs typeface="Source Code Pro"/>
                <a:sym typeface="Source Code Pro"/>
              </a:rPr>
              <a:t>Section </a:t>
            </a:r>
          </a:p>
          <a:p>
            <a:pPr>
              <a:buSzPct val="25000"/>
              <a:buFont typeface="Source Code Pro"/>
              <a:buNone/>
            </a:pPr>
            <a:r>
              <a:rPr lang="en" sz="2400" smtClean="0">
                <a:solidFill>
                  <a:srgbClr val="FFFFFF"/>
                </a:solidFill>
                <a:latin typeface="Source Code Pro"/>
                <a:ea typeface="Source Code Pro"/>
                <a:cs typeface="Source Code Pro"/>
                <a:sym typeface="Source Code Pro"/>
              </a:rPr>
              <a:t>002</a:t>
            </a:r>
            <a:endParaRPr lang="en" sz="2400">
              <a:solidFill>
                <a:srgbClr val="FFFFFF"/>
              </a:solidFill>
              <a:latin typeface="Source Code Pro"/>
              <a:ea typeface="Source Code Pro"/>
              <a:cs typeface="Source Code Pro"/>
              <a:sym typeface="Source Code Pro"/>
            </a:endParaRPr>
          </a:p>
        </p:txBody>
      </p:sp>
      <p:sp>
        <p:nvSpPr>
          <p:cNvPr id="22" name="Shape 238"/>
          <p:cNvSpPr txBox="1">
            <a:spLocks/>
          </p:cNvSpPr>
          <p:nvPr userDrawn="1"/>
        </p:nvSpPr>
        <p:spPr>
          <a:xfrm>
            <a:off x="1038875" y="1951700"/>
            <a:ext cx="6703800" cy="22817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2400" smtClean="0">
                <a:solidFill>
                  <a:schemeClr val="lt1"/>
                </a:solidFill>
                <a:latin typeface="Source Code Pro"/>
                <a:ea typeface="Source Code Pro"/>
                <a:cs typeface="Source Code Pro"/>
                <a:sym typeface="Source Code Pro"/>
              </a:rPr>
              <a:t>Curabitur blandit tempus porttitor. Donec id elit non mi porta gravida at eget metus ipsum lorem. Cras mattis consectetur purus sit amet fermentum lorem ipsum dolor.</a:t>
            </a:r>
            <a:endParaRPr lang="en" sz="2400">
              <a:solidFill>
                <a:schemeClr val="lt1"/>
              </a:solidFill>
              <a:latin typeface="Source Code Pro"/>
              <a:ea typeface="Source Code Pro"/>
              <a:cs typeface="Source Code Pro"/>
              <a:sym typeface="Source Code Pro"/>
            </a:endParaRPr>
          </a:p>
        </p:txBody>
      </p:sp>
    </p:spTree>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Blank">
    <p:spTree>
      <p:nvGrpSpPr>
        <p:cNvPr id="1" name="Shape 48"/>
        <p:cNvGrpSpPr/>
        <p:nvPr/>
      </p:nvGrpSpPr>
      <p:grpSpPr>
        <a:xfrm>
          <a:off x="0" y="0"/>
          <a:ext cx="0" cy="0"/>
          <a:chOff x="0" y="0"/>
          <a:chExt cx="0" cy="0"/>
        </a:xfrm>
      </p:grpSpPr>
      <p:sp>
        <p:nvSpPr>
          <p:cNvPr id="9" name="Shape 243"/>
          <p:cNvSpPr/>
          <p:nvPr userDrawn="1"/>
        </p:nvSpPr>
        <p:spPr>
          <a:xfrm>
            <a:off x="6096000" y="0"/>
            <a:ext cx="3048000" cy="1323900"/>
          </a:xfrm>
          <a:prstGeom prst="rect">
            <a:avLst/>
          </a:prstGeom>
          <a:solidFill>
            <a:srgbClr val="EF396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8" name="Shape 245"/>
          <p:cNvSpPr/>
          <p:nvPr userDrawn="1"/>
        </p:nvSpPr>
        <p:spPr>
          <a:xfrm>
            <a:off x="3048000" y="0"/>
            <a:ext cx="3048000" cy="118200"/>
          </a:xfrm>
          <a:prstGeom prst="rect">
            <a:avLst/>
          </a:prstGeom>
          <a:solidFill>
            <a:srgbClr val="ED0096"/>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9" name="Shape 246"/>
          <p:cNvSpPr/>
          <p:nvPr userDrawn="1"/>
        </p:nvSpPr>
        <p:spPr>
          <a:xfrm>
            <a:off x="0" y="0"/>
            <a:ext cx="3048000" cy="118200"/>
          </a:xfrm>
          <a:prstGeom prst="rect">
            <a:avLst/>
          </a:prstGeom>
          <a:solidFill>
            <a:srgbClr val="3A9ED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pic>
        <p:nvPicPr>
          <p:cNvPr id="20" name="Shape 247"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
        <p:nvSpPr>
          <p:cNvPr id="21" name="Shape 248"/>
          <p:cNvSpPr txBox="1">
            <a:spLocks/>
          </p:cNvSpPr>
          <p:nvPr userDrawn="1"/>
        </p:nvSpPr>
        <p:spPr>
          <a:xfrm>
            <a:off x="6319900" y="170500"/>
            <a:ext cx="2415300" cy="9668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2400" smtClean="0">
                <a:solidFill>
                  <a:srgbClr val="FFFFFF"/>
                </a:solidFill>
                <a:latin typeface="Source Code Pro"/>
                <a:ea typeface="Source Code Pro"/>
                <a:cs typeface="Source Code Pro"/>
                <a:sym typeface="Source Code Pro"/>
              </a:rPr>
              <a:t>Section </a:t>
            </a:r>
          </a:p>
          <a:p>
            <a:pPr>
              <a:buSzPct val="25000"/>
              <a:buFont typeface="Source Code Pro"/>
              <a:buNone/>
            </a:pPr>
            <a:r>
              <a:rPr lang="en" sz="2400" smtClean="0">
                <a:solidFill>
                  <a:srgbClr val="FFFFFF"/>
                </a:solidFill>
                <a:latin typeface="Source Code Pro"/>
                <a:ea typeface="Source Code Pro"/>
                <a:cs typeface="Source Code Pro"/>
                <a:sym typeface="Source Code Pro"/>
              </a:rPr>
              <a:t>003</a:t>
            </a:r>
            <a:endParaRPr lang="en" sz="2400">
              <a:solidFill>
                <a:srgbClr val="FFFFFF"/>
              </a:solidFill>
              <a:latin typeface="Source Code Pro"/>
              <a:ea typeface="Source Code Pro"/>
              <a:cs typeface="Source Code Pro"/>
              <a:sym typeface="Source Code Pro"/>
            </a:endParaRPr>
          </a:p>
        </p:txBody>
      </p:sp>
      <p:sp>
        <p:nvSpPr>
          <p:cNvPr id="22" name="Shape 249"/>
          <p:cNvSpPr txBox="1">
            <a:spLocks/>
          </p:cNvSpPr>
          <p:nvPr userDrawn="1"/>
        </p:nvSpPr>
        <p:spPr>
          <a:xfrm>
            <a:off x="1038875" y="1951700"/>
            <a:ext cx="6703800" cy="22817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2400" smtClean="0">
                <a:solidFill>
                  <a:schemeClr val="lt1"/>
                </a:solidFill>
                <a:latin typeface="Source Code Pro"/>
                <a:ea typeface="Source Code Pro"/>
                <a:cs typeface="Source Code Pro"/>
                <a:sym typeface="Source Code Pro"/>
              </a:rPr>
              <a:t>Curabitur blandit tempus porttitor. Donec id elit non mi porta gravida at eget metus ipsum lorem. Cras mattis consectetur purus sit amet fermentum lorem ipsum dolor.</a:t>
            </a:r>
            <a:endParaRPr lang="en" sz="2400">
              <a:solidFill>
                <a:schemeClr val="lt1"/>
              </a:solidFill>
              <a:latin typeface="Source Code Pro"/>
              <a:ea typeface="Source Code Pro"/>
              <a:cs typeface="Source Code Pro"/>
              <a:sym typeface="Source Code Pro"/>
            </a:endParaRPr>
          </a:p>
        </p:txBody>
      </p:sp>
    </p:spTree>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_Blank">
    <p:spTree>
      <p:nvGrpSpPr>
        <p:cNvPr id="1" name="Shape 48"/>
        <p:cNvGrpSpPr/>
        <p:nvPr/>
      </p:nvGrpSpPr>
      <p:grpSpPr>
        <a:xfrm>
          <a:off x="0" y="0"/>
          <a:ext cx="0" cy="0"/>
          <a:chOff x="0" y="0"/>
          <a:chExt cx="0" cy="0"/>
        </a:xfrm>
      </p:grpSpPr>
      <p:sp>
        <p:nvSpPr>
          <p:cNvPr id="8" name="Shape 254"/>
          <p:cNvSpPr txBox="1">
            <a:spLocks noGrp="1"/>
          </p:cNvSpPr>
          <p:nvPr>
            <p:ph type="title"/>
          </p:nvPr>
        </p:nvSpPr>
        <p:spPr>
          <a:xfrm>
            <a:off x="464100" y="1644150"/>
            <a:ext cx="4900499" cy="1279200"/>
          </a:xfrm>
          <a:prstGeom prst="rect">
            <a:avLst/>
          </a:prstGeom>
          <a:noFill/>
          <a:ln>
            <a:noFill/>
          </a:ln>
        </p:spPr>
        <p:txBody>
          <a:bodyPr lIns="91425" tIns="91425" rIns="91425" bIns="91425" anchor="t" anchorCtr="0">
            <a:noAutofit/>
          </a:bodyPr>
          <a:lstStyle/>
          <a:p>
            <a:pPr marL="0" marR="0" lvl="0" indent="0" algn="l" rtl="0">
              <a:lnSpc>
                <a:spcPct val="100000"/>
              </a:lnSpc>
              <a:spcBef>
                <a:spcPts val="0"/>
              </a:spcBef>
              <a:spcAft>
                <a:spcPts val="0"/>
              </a:spcAft>
              <a:buClr>
                <a:schemeClr val="dk1"/>
              </a:buClr>
              <a:buSzPct val="25000"/>
              <a:buFont typeface="Source Code Pro"/>
              <a:buNone/>
            </a:pPr>
            <a:r>
              <a:rPr lang="en" sz="6000" b="1" i="0" u="none" strike="noStrike" cap="none">
                <a:solidFill>
                  <a:srgbClr val="ED0096"/>
                </a:solidFill>
                <a:latin typeface="Source Code Pro"/>
                <a:ea typeface="Source Code Pro"/>
                <a:cs typeface="Source Code Pro"/>
                <a:sym typeface="Source Code Pro"/>
              </a:rPr>
              <a:t>Questions?</a:t>
            </a:r>
          </a:p>
        </p:txBody>
      </p:sp>
      <p:pic>
        <p:nvPicPr>
          <p:cNvPr id="10" name="Shape 255"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cxnSp>
        <p:nvCxnSpPr>
          <p:cNvPr id="11" name="Shape 256"/>
          <p:cNvCxnSpPr/>
          <p:nvPr userDrawn="1"/>
        </p:nvCxnSpPr>
        <p:spPr>
          <a:xfrm>
            <a:off x="0" y="3082200"/>
            <a:ext cx="5322899" cy="0"/>
          </a:xfrm>
          <a:prstGeom prst="straightConnector1">
            <a:avLst/>
          </a:prstGeom>
          <a:noFill/>
          <a:ln w="19050" cap="flat" cmpd="sng">
            <a:solidFill>
              <a:srgbClr val="ED0096"/>
            </a:solidFill>
            <a:prstDash val="solid"/>
            <a:round/>
            <a:headEnd type="none" w="med" len="med"/>
            <a:tailEnd type="none" w="med" len="med"/>
          </a:ln>
        </p:spPr>
      </p:cxnSp>
      <p:sp>
        <p:nvSpPr>
          <p:cNvPr id="12" name="Shape 257"/>
          <p:cNvSpPr/>
          <p:nvPr userDrawn="1"/>
        </p:nvSpPr>
        <p:spPr>
          <a:xfrm rot="10800000">
            <a:off x="7958099" y="0"/>
            <a:ext cx="1185900" cy="1185900"/>
          </a:xfrm>
          <a:prstGeom prst="rtTriangle">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Shape 9"/>
        <p:cNvGrpSpPr/>
        <p:nvPr/>
      </p:nvGrpSpPr>
      <p:grpSpPr>
        <a:xfrm>
          <a:off x="0" y="0"/>
          <a:ext cx="0" cy="0"/>
          <a:chOff x="0" y="0"/>
          <a:chExt cx="0" cy="0"/>
        </a:xfrm>
      </p:grpSpPr>
      <p:sp>
        <p:nvSpPr>
          <p:cNvPr id="10" name="Shape 10"/>
          <p:cNvSpPr txBox="1">
            <a:spLocks noGrp="1"/>
          </p:cNvSpPr>
          <p:nvPr>
            <p:ph type="ctrTitle"/>
          </p:nvPr>
        </p:nvSpPr>
        <p:spPr>
          <a:xfrm>
            <a:off x="311708" y="744575"/>
            <a:ext cx="8520599" cy="2052599"/>
          </a:xfrm>
          <a:prstGeom prst="rect">
            <a:avLst/>
          </a:prstGeom>
          <a:noFill/>
          <a:ln>
            <a:noFill/>
          </a:ln>
        </p:spPr>
        <p:txBody>
          <a:bodyPr lIns="91425" tIns="91425" rIns="91425" bIns="91425" anchor="b" anchorCtr="0"/>
          <a:lstStyle>
            <a:lvl1pPr marL="0" marR="0" lvl="0" indent="0" algn="ctr" rtl="0">
              <a:lnSpc>
                <a:spcPct val="100000"/>
              </a:lnSpc>
              <a:spcBef>
                <a:spcPts val="0"/>
              </a:spcBef>
              <a:spcAft>
                <a:spcPts val="0"/>
              </a:spcAft>
              <a:buClr>
                <a:schemeClr val="dk1"/>
              </a:buClr>
              <a:buFont typeface="Arial"/>
              <a:buNone/>
              <a:defRPr sz="5200" b="0" i="0" u="none" strike="noStrike" cap="none">
                <a:solidFill>
                  <a:schemeClr val="dk1"/>
                </a:solidFill>
                <a:latin typeface="Arial"/>
                <a:ea typeface="Arial"/>
                <a:cs typeface="Arial"/>
                <a:sym typeface="Arial"/>
              </a:defRPr>
            </a:lvl1pPr>
            <a:lvl2pPr lvl="1" indent="0" algn="ctr">
              <a:spcBef>
                <a:spcPts val="0"/>
              </a:spcBef>
              <a:buClr>
                <a:schemeClr val="dk1"/>
              </a:buClr>
              <a:buFont typeface="Arial"/>
              <a:buNone/>
              <a:defRPr sz="5200">
                <a:solidFill>
                  <a:schemeClr val="dk1"/>
                </a:solidFill>
              </a:defRPr>
            </a:lvl2pPr>
            <a:lvl3pPr lvl="2" indent="0" algn="ctr">
              <a:spcBef>
                <a:spcPts val="0"/>
              </a:spcBef>
              <a:buClr>
                <a:schemeClr val="dk1"/>
              </a:buClr>
              <a:buFont typeface="Arial"/>
              <a:buNone/>
              <a:defRPr sz="5200">
                <a:solidFill>
                  <a:schemeClr val="dk1"/>
                </a:solidFill>
              </a:defRPr>
            </a:lvl3pPr>
            <a:lvl4pPr lvl="3" indent="0" algn="ctr">
              <a:spcBef>
                <a:spcPts val="0"/>
              </a:spcBef>
              <a:buClr>
                <a:schemeClr val="dk1"/>
              </a:buClr>
              <a:buFont typeface="Arial"/>
              <a:buNone/>
              <a:defRPr sz="5200">
                <a:solidFill>
                  <a:schemeClr val="dk1"/>
                </a:solidFill>
              </a:defRPr>
            </a:lvl4pPr>
            <a:lvl5pPr lvl="4" indent="0" algn="ctr">
              <a:spcBef>
                <a:spcPts val="0"/>
              </a:spcBef>
              <a:buClr>
                <a:schemeClr val="dk1"/>
              </a:buClr>
              <a:buFont typeface="Arial"/>
              <a:buNone/>
              <a:defRPr sz="5200">
                <a:solidFill>
                  <a:schemeClr val="dk1"/>
                </a:solidFill>
              </a:defRPr>
            </a:lvl5pPr>
            <a:lvl6pPr lvl="5" indent="0" algn="ctr">
              <a:spcBef>
                <a:spcPts val="0"/>
              </a:spcBef>
              <a:buClr>
                <a:schemeClr val="dk1"/>
              </a:buClr>
              <a:buFont typeface="Arial"/>
              <a:buNone/>
              <a:defRPr sz="5200">
                <a:solidFill>
                  <a:schemeClr val="dk1"/>
                </a:solidFill>
              </a:defRPr>
            </a:lvl6pPr>
            <a:lvl7pPr lvl="6" indent="0" algn="ctr">
              <a:spcBef>
                <a:spcPts val="0"/>
              </a:spcBef>
              <a:buClr>
                <a:schemeClr val="dk1"/>
              </a:buClr>
              <a:buFont typeface="Arial"/>
              <a:buNone/>
              <a:defRPr sz="5200">
                <a:solidFill>
                  <a:schemeClr val="dk1"/>
                </a:solidFill>
              </a:defRPr>
            </a:lvl7pPr>
            <a:lvl8pPr lvl="7" indent="0" algn="ctr">
              <a:spcBef>
                <a:spcPts val="0"/>
              </a:spcBef>
              <a:buClr>
                <a:schemeClr val="dk1"/>
              </a:buClr>
              <a:buFont typeface="Arial"/>
              <a:buNone/>
              <a:defRPr sz="5200">
                <a:solidFill>
                  <a:schemeClr val="dk1"/>
                </a:solidFill>
              </a:defRPr>
            </a:lvl8pPr>
            <a:lvl9pPr lvl="8" indent="0" algn="ctr">
              <a:spcBef>
                <a:spcPts val="0"/>
              </a:spcBef>
              <a:buClr>
                <a:schemeClr val="dk1"/>
              </a:buClr>
              <a:buFont typeface="Arial"/>
              <a:buNone/>
              <a:defRPr sz="5200">
                <a:solidFill>
                  <a:schemeClr val="dk1"/>
                </a:solidFill>
              </a:defRPr>
            </a:lvl9pPr>
          </a:lstStyle>
          <a:p>
            <a:endParaRPr/>
          </a:p>
        </p:txBody>
      </p:sp>
      <p:sp>
        <p:nvSpPr>
          <p:cNvPr id="11" name="Shape 11"/>
          <p:cNvSpPr txBox="1">
            <a:spLocks noGrp="1"/>
          </p:cNvSpPr>
          <p:nvPr>
            <p:ph type="subTitle" idx="1"/>
          </p:nvPr>
        </p:nvSpPr>
        <p:spPr>
          <a:xfrm>
            <a:off x="311700" y="2834125"/>
            <a:ext cx="8520599" cy="792600"/>
          </a:xfrm>
          <a:prstGeom prst="rect">
            <a:avLst/>
          </a:prstGeom>
          <a:noFill/>
          <a:ln>
            <a:noFill/>
          </a:ln>
        </p:spPr>
        <p:txBody>
          <a:bodyPr lIns="91425" tIns="91425" rIns="91425" bIns="91425" anchor="t" anchorCtr="0"/>
          <a:lstStyle>
            <a:lvl1pPr marL="0" marR="0" lvl="0" indent="0" algn="ctr" rtl="0">
              <a:lnSpc>
                <a:spcPct val="100000"/>
              </a:lnSpc>
              <a:spcBef>
                <a:spcPts val="0"/>
              </a:spcBef>
              <a:spcAft>
                <a:spcPts val="0"/>
              </a:spcAft>
              <a:buClr>
                <a:schemeClr val="lt2"/>
              </a:buClr>
              <a:buFont typeface="Arial"/>
              <a:buNone/>
              <a:defRPr sz="2800" b="0" i="0" u="none" strike="noStrike" cap="none">
                <a:solidFill>
                  <a:schemeClr val="lt2"/>
                </a:solidFill>
                <a:latin typeface="Arial"/>
                <a:ea typeface="Arial"/>
                <a:cs typeface="Arial"/>
                <a:sym typeface="Arial"/>
              </a:defRPr>
            </a:lvl1pPr>
            <a:lvl2pPr marL="457200" marR="0" lvl="1" indent="0" algn="ctr" rtl="0">
              <a:lnSpc>
                <a:spcPct val="100000"/>
              </a:lnSpc>
              <a:spcBef>
                <a:spcPts val="0"/>
              </a:spcBef>
              <a:spcAft>
                <a:spcPts val="0"/>
              </a:spcAft>
              <a:buClr>
                <a:schemeClr val="lt2"/>
              </a:buClr>
              <a:buFont typeface="Arial"/>
              <a:buNone/>
              <a:defRPr sz="2800" b="0" i="0" u="none" strike="noStrike" cap="none">
                <a:solidFill>
                  <a:schemeClr val="lt2"/>
                </a:solidFill>
                <a:latin typeface="Arial"/>
                <a:ea typeface="Arial"/>
                <a:cs typeface="Arial"/>
                <a:sym typeface="Arial"/>
              </a:defRPr>
            </a:lvl2pPr>
            <a:lvl3pPr marL="914400" marR="0" lvl="2" indent="0" algn="ctr" rtl="0">
              <a:lnSpc>
                <a:spcPct val="100000"/>
              </a:lnSpc>
              <a:spcBef>
                <a:spcPts val="0"/>
              </a:spcBef>
              <a:spcAft>
                <a:spcPts val="0"/>
              </a:spcAft>
              <a:buClr>
                <a:schemeClr val="lt2"/>
              </a:buClr>
              <a:buFont typeface="Arial"/>
              <a:buNone/>
              <a:defRPr sz="2800" b="0" i="0" u="none" strike="noStrike" cap="none">
                <a:solidFill>
                  <a:schemeClr val="lt2"/>
                </a:solidFill>
                <a:latin typeface="Arial"/>
                <a:ea typeface="Arial"/>
                <a:cs typeface="Arial"/>
                <a:sym typeface="Arial"/>
              </a:defRPr>
            </a:lvl3pPr>
            <a:lvl4pPr marL="1371600" marR="0" lvl="3" indent="0" algn="ctr" rtl="0">
              <a:lnSpc>
                <a:spcPct val="100000"/>
              </a:lnSpc>
              <a:spcBef>
                <a:spcPts val="0"/>
              </a:spcBef>
              <a:spcAft>
                <a:spcPts val="0"/>
              </a:spcAft>
              <a:buClr>
                <a:schemeClr val="lt2"/>
              </a:buClr>
              <a:buFont typeface="Arial"/>
              <a:buNone/>
              <a:defRPr sz="2800" b="0" i="0" u="none" strike="noStrike" cap="none">
                <a:solidFill>
                  <a:schemeClr val="lt2"/>
                </a:solidFill>
                <a:latin typeface="Arial"/>
                <a:ea typeface="Arial"/>
                <a:cs typeface="Arial"/>
                <a:sym typeface="Arial"/>
              </a:defRPr>
            </a:lvl4pPr>
            <a:lvl5pPr marL="1828800" marR="0" lvl="4" indent="0" algn="ctr" rtl="0">
              <a:lnSpc>
                <a:spcPct val="100000"/>
              </a:lnSpc>
              <a:spcBef>
                <a:spcPts val="0"/>
              </a:spcBef>
              <a:spcAft>
                <a:spcPts val="0"/>
              </a:spcAft>
              <a:buClr>
                <a:schemeClr val="lt2"/>
              </a:buClr>
              <a:buFont typeface="Arial"/>
              <a:buNone/>
              <a:defRPr sz="2800" b="0" i="0" u="none" strike="noStrike" cap="none">
                <a:solidFill>
                  <a:schemeClr val="lt2"/>
                </a:solidFill>
                <a:latin typeface="Arial"/>
                <a:ea typeface="Arial"/>
                <a:cs typeface="Arial"/>
                <a:sym typeface="Arial"/>
              </a:defRPr>
            </a:lvl5pPr>
            <a:lvl6pPr marL="2286000" marR="0" lvl="5" indent="0" algn="ctr" rtl="0">
              <a:lnSpc>
                <a:spcPct val="100000"/>
              </a:lnSpc>
              <a:spcBef>
                <a:spcPts val="0"/>
              </a:spcBef>
              <a:spcAft>
                <a:spcPts val="0"/>
              </a:spcAft>
              <a:buClr>
                <a:schemeClr val="lt2"/>
              </a:buClr>
              <a:buFont typeface="Arial"/>
              <a:buNone/>
              <a:defRPr sz="2800" b="0" i="0" u="none" strike="noStrike" cap="none">
                <a:solidFill>
                  <a:schemeClr val="lt2"/>
                </a:solidFill>
                <a:latin typeface="Arial"/>
                <a:ea typeface="Arial"/>
                <a:cs typeface="Arial"/>
                <a:sym typeface="Arial"/>
              </a:defRPr>
            </a:lvl6pPr>
            <a:lvl7pPr marL="2743200" marR="0" lvl="6" indent="0" algn="ctr" rtl="0">
              <a:lnSpc>
                <a:spcPct val="100000"/>
              </a:lnSpc>
              <a:spcBef>
                <a:spcPts val="0"/>
              </a:spcBef>
              <a:spcAft>
                <a:spcPts val="0"/>
              </a:spcAft>
              <a:buClr>
                <a:schemeClr val="lt2"/>
              </a:buClr>
              <a:buFont typeface="Arial"/>
              <a:buNone/>
              <a:defRPr sz="2800" b="0" i="0" u="none" strike="noStrike" cap="none">
                <a:solidFill>
                  <a:schemeClr val="lt2"/>
                </a:solidFill>
                <a:latin typeface="Arial"/>
                <a:ea typeface="Arial"/>
                <a:cs typeface="Arial"/>
                <a:sym typeface="Arial"/>
              </a:defRPr>
            </a:lvl7pPr>
            <a:lvl8pPr marL="3200400" marR="0" lvl="7" indent="0" algn="ctr" rtl="0">
              <a:lnSpc>
                <a:spcPct val="100000"/>
              </a:lnSpc>
              <a:spcBef>
                <a:spcPts val="0"/>
              </a:spcBef>
              <a:spcAft>
                <a:spcPts val="0"/>
              </a:spcAft>
              <a:buClr>
                <a:schemeClr val="lt2"/>
              </a:buClr>
              <a:buFont typeface="Arial"/>
              <a:buNone/>
              <a:defRPr sz="2800" b="0" i="0" u="none" strike="noStrike" cap="none">
                <a:solidFill>
                  <a:schemeClr val="lt2"/>
                </a:solidFill>
                <a:latin typeface="Arial"/>
                <a:ea typeface="Arial"/>
                <a:cs typeface="Arial"/>
                <a:sym typeface="Arial"/>
              </a:defRPr>
            </a:lvl8pPr>
            <a:lvl9pPr marL="3657600" marR="0" lvl="8" indent="0" algn="ctr" rtl="0">
              <a:lnSpc>
                <a:spcPct val="100000"/>
              </a:lnSpc>
              <a:spcBef>
                <a:spcPts val="0"/>
              </a:spcBef>
              <a:spcAft>
                <a:spcPts val="0"/>
              </a:spcAft>
              <a:buClr>
                <a:schemeClr val="lt2"/>
              </a:buClr>
              <a:buFont typeface="Arial"/>
              <a:buNone/>
              <a:defRPr sz="2800" b="0" i="0" u="none" strike="noStrike" cap="none">
                <a:solidFill>
                  <a:schemeClr val="lt2"/>
                </a:solidFill>
                <a:latin typeface="Arial"/>
                <a:ea typeface="Arial"/>
                <a:cs typeface="Arial"/>
                <a:sym typeface="Arial"/>
              </a:defRPr>
            </a:lvl9pPr>
          </a:lstStyle>
          <a:p>
            <a:endParaRPr/>
          </a:p>
        </p:txBody>
      </p:sp>
      <p:sp>
        <p:nvSpPr>
          <p:cNvPr id="12" name="Shape 12"/>
          <p:cNvSpPr txBox="1">
            <a:spLocks noGrp="1"/>
          </p:cNvSpPr>
          <p:nvPr>
            <p:ph type="sldNum" idx="12"/>
          </p:nvPr>
        </p:nvSpPr>
        <p:spPr>
          <a:xfrm>
            <a:off x="8472457" y="4663216"/>
            <a:ext cx="548699" cy="393600"/>
          </a:xfrm>
          <a:prstGeom prst="rect">
            <a:avLst/>
          </a:prstGeom>
          <a:no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SzPct val="25000"/>
              <a:buFont typeface="Arial"/>
              <a:buNone/>
            </a:pPr>
            <a:fld id="{00000000-1234-1234-1234-123412341234}" type="slidenum">
              <a:rPr lang="en" sz="1400" b="0" i="0" u="none" strike="noStrike" cap="none">
                <a:solidFill>
                  <a:srgbClr val="000000"/>
                </a:solidFill>
                <a:latin typeface="Arial"/>
                <a:ea typeface="Arial"/>
                <a:cs typeface="Arial"/>
                <a:sym typeface="Arial"/>
              </a:rPr>
              <a:t>‹#›</a:t>
            </a:fld>
            <a:endParaRPr lang="en"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625872281"/>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375"/>
            <a:ext cx="6858000" cy="17907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143000" y="2701925"/>
            <a:ext cx="6858000" cy="12414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114619961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124853168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700"/>
            <a:ext cx="7886700" cy="2139950"/>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623888" y="3441700"/>
            <a:ext cx="7886700" cy="1125538"/>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100923092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28650" y="1370013"/>
            <a:ext cx="3867150" cy="326231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370013"/>
            <a:ext cx="3867150" cy="326231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131827885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274638"/>
            <a:ext cx="7886700" cy="993775"/>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30238" y="1260475"/>
            <a:ext cx="3868737"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30238" y="1879600"/>
            <a:ext cx="3868737" cy="276225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29150" y="1260475"/>
            <a:ext cx="3887788"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29150" y="1879600"/>
            <a:ext cx="3887788" cy="276225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72392988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159473374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209417126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342900"/>
            <a:ext cx="2949575" cy="120015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3887788" y="741363"/>
            <a:ext cx="4629150" cy="36544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162702740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342900"/>
            <a:ext cx="2949575" cy="120015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3887788" y="741363"/>
            <a:ext cx="4629150" cy="36544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154023454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95418410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4638"/>
            <a:ext cx="1971675" cy="4357687"/>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28650" y="274638"/>
            <a:ext cx="5762625" cy="435768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171186058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1_Title Slide with Radial Gradient">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6" name="Title 1"/>
          <p:cNvSpPr>
            <a:spLocks noGrp="1"/>
          </p:cNvSpPr>
          <p:nvPr>
            <p:ph type="ctrTitle" hasCustomPrompt="1"/>
          </p:nvPr>
        </p:nvSpPr>
        <p:spPr>
          <a:xfrm>
            <a:off x="444687" y="2479422"/>
            <a:ext cx="8212886" cy="1102519"/>
          </a:xfrm>
        </p:spPr>
        <p:txBody>
          <a:bodyPr lIns="0" rIns="0" anchor="b" anchorCtr="0">
            <a:noAutofit/>
          </a:bodyPr>
          <a:lstStyle>
            <a:lvl1pPr>
              <a:lnSpc>
                <a:spcPct val="80000"/>
              </a:lnSpc>
              <a:defRPr sz="6500" b="0" spc="0" baseline="0">
                <a:solidFill>
                  <a:schemeClr val="bg1"/>
                </a:solidFill>
                <a:latin typeface="Intel Clear Pro" panose="020B0804020202060201" pitchFamily="34" charset="0"/>
                <a:cs typeface="Intel Clear Pro" panose="020B0804020202060201" pitchFamily="34" charset="0"/>
              </a:defRPr>
            </a:lvl1pPr>
          </a:lstStyle>
          <a:p>
            <a:r>
              <a:rPr lang="en-US" dirty="0" smtClean="0"/>
              <a:t>65pt Intel Clear pro Title</a:t>
            </a:r>
            <a:br>
              <a:rPr lang="en-US" dirty="0" smtClean="0"/>
            </a:br>
            <a:r>
              <a:rPr lang="en-US" dirty="0" smtClean="0"/>
              <a:t>with radial gradient</a:t>
            </a:r>
            <a:endParaRPr lang="en-US" dirty="0"/>
          </a:p>
        </p:txBody>
      </p:sp>
      <p:sp>
        <p:nvSpPr>
          <p:cNvPr id="9" name="Subtitle 2"/>
          <p:cNvSpPr>
            <a:spLocks noGrp="1"/>
          </p:cNvSpPr>
          <p:nvPr>
            <p:ph type="subTitle" idx="1" hasCustomPrompt="1"/>
          </p:nvPr>
        </p:nvSpPr>
        <p:spPr>
          <a:xfrm>
            <a:off x="455613" y="3493008"/>
            <a:ext cx="6330212" cy="925360"/>
          </a:xfrm>
        </p:spPr>
        <p:txBody>
          <a:bodyPr lIns="0" rIns="0">
            <a:noAutofit/>
          </a:bodyPr>
          <a:lstStyle>
            <a:lvl1pPr marL="0" indent="0" algn="l">
              <a:buNone/>
              <a:defRPr sz="1600" b="0" i="0" baseline="0">
                <a:solidFill>
                  <a:srgbClr val="F3D54E"/>
                </a:solidFill>
                <a:latin typeface="Intel Clear"/>
                <a:cs typeface="Intel Clear"/>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16pt Intel Clear Subhead, Date, Etc.</a:t>
            </a:r>
            <a:endParaRPr lang="en-US" dirty="0"/>
          </a:p>
        </p:txBody>
      </p:sp>
      <p:pic>
        <p:nvPicPr>
          <p:cNvPr id="11" name="Picture 10" descr="StackedISWhite.png"/>
          <p:cNvPicPr>
            <a:picLocks noChangeAspect="1"/>
          </p:cNvPicPr>
          <p:nvPr/>
        </p:nvPicPr>
        <p:blipFill>
          <a:blip r:embed="rId3"/>
          <a:stretch>
            <a:fillRect/>
          </a:stretch>
        </p:blipFill>
        <p:spPr>
          <a:xfrm>
            <a:off x="462619" y="399798"/>
            <a:ext cx="1230751" cy="1157248"/>
          </a:xfrm>
          <a:prstGeom prst="rect">
            <a:avLst/>
          </a:prstGeom>
        </p:spPr>
      </p:pic>
    </p:spTree>
    <p:extLst/>
  </p:cSld>
  <p:clrMapOvr>
    <a:masterClrMapping/>
  </p:clrMapOvr>
  <p:timing>
    <p:tnLst>
      <p:par>
        <p:cTn id="1" dur="indefinite" restart="never" nodeType="tmRoot"/>
      </p:par>
    </p:tnLst>
  </p:timing>
  <p:hf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Title Slide with Image">
    <p:bg>
      <p:bgPr>
        <a:gradFill>
          <a:gsLst>
            <a:gs pos="0">
              <a:schemeClr val="tx2"/>
            </a:gs>
            <a:gs pos="50000">
              <a:schemeClr val="accent2"/>
            </a:gs>
          </a:gsLst>
          <a:lin ang="18900000" scaled="1"/>
        </a:gradFill>
        <a:effectLst/>
      </p:bgPr>
    </p:bg>
    <p:spTree>
      <p:nvGrpSpPr>
        <p:cNvPr id="1" name=""/>
        <p:cNvGrpSpPr/>
        <p:nvPr/>
      </p:nvGrpSpPr>
      <p:grpSpPr>
        <a:xfrm>
          <a:off x="0" y="0"/>
          <a:ext cx="0" cy="0"/>
          <a:chOff x="0" y="0"/>
          <a:chExt cx="0" cy="0"/>
        </a:xfrm>
      </p:grpSpPr>
      <p:sp>
        <p:nvSpPr>
          <p:cNvPr id="10" name="Picture Placeholder 8"/>
          <p:cNvSpPr>
            <a:spLocks noGrp="1"/>
          </p:cNvSpPr>
          <p:nvPr>
            <p:ph type="pic" sz="quarter" idx="13" hasCustomPrompt="1"/>
          </p:nvPr>
        </p:nvSpPr>
        <p:spPr>
          <a:xfrm>
            <a:off x="0" y="0"/>
            <a:ext cx="9144000" cy="4768850"/>
          </a:xfrm>
          <a:solidFill>
            <a:schemeClr val="bg2">
              <a:lumMod val="60000"/>
              <a:lumOff val="40000"/>
            </a:schemeClr>
          </a:solidFill>
        </p:spPr>
        <p:txBody>
          <a:bodyPr/>
          <a:lstStyle>
            <a:lvl1pPr marL="0" marR="0" indent="0" algn="l" defTabSz="457200" rtl="0" eaLnBrk="1" fontAlgn="auto" latinLnBrk="0" hangingPunct="1">
              <a:lnSpc>
                <a:spcPct val="100000"/>
              </a:lnSpc>
              <a:spcBef>
                <a:spcPts val="1200"/>
              </a:spcBef>
              <a:spcAft>
                <a:spcPts val="0"/>
              </a:spcAft>
              <a:buClrTx/>
              <a:buSzTx/>
              <a:buFont typeface="Wingdings" panose="05000000000000000000" pitchFamily="2" charset="2"/>
              <a:buNone/>
              <a:tabLst/>
              <a:defRPr baseline="0"/>
            </a:lvl1pPr>
          </a:lstStyle>
          <a:p>
            <a:r>
              <a:rPr lang="en-US" dirty="0" smtClean="0"/>
              <a:t>Insert photo here. Drag picture to placeholder or click icon to add.</a:t>
            </a:r>
            <a:endParaRPr lang="en-US" dirty="0"/>
          </a:p>
        </p:txBody>
      </p:sp>
      <p:sp>
        <p:nvSpPr>
          <p:cNvPr id="13" name="Title 1"/>
          <p:cNvSpPr>
            <a:spLocks noGrp="1"/>
          </p:cNvSpPr>
          <p:nvPr>
            <p:ph type="ctrTitle" hasCustomPrompt="1"/>
          </p:nvPr>
        </p:nvSpPr>
        <p:spPr>
          <a:xfrm>
            <a:off x="444687" y="2479422"/>
            <a:ext cx="8212886" cy="1102519"/>
          </a:xfrm>
        </p:spPr>
        <p:txBody>
          <a:bodyPr lIns="0" rIns="0" anchor="b" anchorCtr="0">
            <a:noAutofit/>
          </a:bodyPr>
          <a:lstStyle>
            <a:lvl1pPr>
              <a:lnSpc>
                <a:spcPct val="80000"/>
              </a:lnSpc>
              <a:defRPr sz="6500" b="0" spc="0" baseline="0">
                <a:solidFill>
                  <a:schemeClr val="bg1"/>
                </a:solidFill>
                <a:latin typeface="Intel Clear Pro" panose="020B0804020202060201" pitchFamily="34" charset="0"/>
                <a:cs typeface="Intel Clear Pro" panose="020B0804020202060201" pitchFamily="34" charset="0"/>
              </a:defRPr>
            </a:lvl1pPr>
          </a:lstStyle>
          <a:p>
            <a:r>
              <a:rPr lang="en-US" dirty="0" smtClean="0"/>
              <a:t>65pt Intel Clear pro Title</a:t>
            </a:r>
            <a:br>
              <a:rPr lang="en-US" dirty="0" smtClean="0"/>
            </a:br>
            <a:r>
              <a:rPr lang="en-US" dirty="0" smtClean="0"/>
              <a:t>with image</a:t>
            </a:r>
            <a:endParaRPr lang="en-US" dirty="0"/>
          </a:p>
        </p:txBody>
      </p:sp>
      <p:sp>
        <p:nvSpPr>
          <p:cNvPr id="14" name="Subtitle 2"/>
          <p:cNvSpPr>
            <a:spLocks noGrp="1"/>
          </p:cNvSpPr>
          <p:nvPr>
            <p:ph type="subTitle" idx="1" hasCustomPrompt="1"/>
          </p:nvPr>
        </p:nvSpPr>
        <p:spPr>
          <a:xfrm>
            <a:off x="455613" y="3493008"/>
            <a:ext cx="6330212" cy="925360"/>
          </a:xfrm>
        </p:spPr>
        <p:txBody>
          <a:bodyPr lIns="0" rIns="0">
            <a:noAutofit/>
          </a:bodyPr>
          <a:lstStyle>
            <a:lvl1pPr marL="0" indent="0" algn="l">
              <a:buNone/>
              <a:defRPr sz="1600" b="0" i="0" baseline="0">
                <a:solidFill>
                  <a:srgbClr val="F3D54E"/>
                </a:solidFill>
                <a:latin typeface="Intel Clear"/>
                <a:cs typeface="Intel Clear"/>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16pt Intel Clear Subhead, Date, Etc.</a:t>
            </a:r>
            <a:endParaRPr lang="en-US" dirty="0"/>
          </a:p>
        </p:txBody>
      </p:sp>
      <p:pic>
        <p:nvPicPr>
          <p:cNvPr id="7" name="Picture 2"/>
          <p:cNvPicPr>
            <a:picLocks noChangeAspect="1" noChangeArrowheads="1"/>
          </p:cNvPicPr>
          <p:nvPr/>
        </p:nvPicPr>
        <p:blipFill>
          <a:blip r:embed="rId2" cstate="print">
            <a:extLst>
              <a:ext uri="{28A0092B-C50C-407E-A947-70E740481C1C}">
                <a14:useLocalDpi xmlns:a14="http://schemas.microsoft.com/office/drawing/2010/main"/>
              </a:ext>
            </a:extLst>
          </a:blip>
          <a:stretch>
            <a:fillRect/>
          </a:stretch>
        </p:blipFill>
        <p:spPr bwMode="auto">
          <a:xfrm>
            <a:off x="219394" y="225843"/>
            <a:ext cx="1406758" cy="1153858"/>
          </a:xfrm>
          <a:prstGeom prst="rect">
            <a:avLst/>
          </a:prstGeom>
          <a:noFill/>
          <a:extLst>
            <a:ext uri="{909E8E84-426E-40dd-AFC4-6F175D3DCCD1}">
              <a14:hiddenFill xmlns="" xmlns:a14="http://schemas.microsoft.com/office/drawing/2010/main">
                <a:solidFill>
                  <a:srgbClr val="FFFFFF"/>
                </a:solidFill>
              </a14:hiddenFill>
            </a:ext>
          </a:extLst>
        </p:spPr>
      </p:pic>
      <p:sp>
        <p:nvSpPr>
          <p:cNvPr id="30" name="Rectangle 29"/>
          <p:cNvSpPr/>
          <p:nvPr/>
        </p:nvSpPr>
        <p:spPr>
          <a:xfrm>
            <a:off x="0" y="4766102"/>
            <a:ext cx="9144000" cy="384048"/>
          </a:xfrm>
          <a:prstGeom prst="rect">
            <a:avLst/>
          </a:prstGeom>
          <a:gradFill flip="none" rotWithShape="1">
            <a:gsLst>
              <a:gs pos="0">
                <a:schemeClr val="tx2"/>
              </a:gs>
              <a:gs pos="50000">
                <a:schemeClr val="accent2"/>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2" name="Footer Placeholder 4"/>
          <p:cNvSpPr>
            <a:spLocks noGrp="1"/>
          </p:cNvSpPr>
          <p:nvPr>
            <p:ph type="ftr" sz="quarter" idx="3"/>
          </p:nvPr>
        </p:nvSpPr>
        <p:spPr>
          <a:xfrm>
            <a:off x="3124200" y="4876231"/>
            <a:ext cx="2895600" cy="250826"/>
          </a:xfrm>
          <a:prstGeom prst="rect">
            <a:avLst/>
          </a:prstGeom>
        </p:spPr>
        <p:txBody>
          <a:bodyPr vert="horz" lIns="91440" tIns="45720" rIns="91440" bIns="45720" rtlCol="0" anchor="ctr"/>
          <a:lstStyle>
            <a:lvl1pPr algn="ctr">
              <a:defRPr sz="800">
                <a:solidFill>
                  <a:schemeClr val="bg1"/>
                </a:solidFill>
                <a:latin typeface="+mn-lt"/>
              </a:defRPr>
            </a:lvl1pPr>
          </a:lstStyle>
          <a:p>
            <a:endParaRPr lang="en-US" dirty="0"/>
          </a:p>
        </p:txBody>
      </p:sp>
      <p:sp>
        <p:nvSpPr>
          <p:cNvPr id="33" name="Slide Number Placeholder 5"/>
          <p:cNvSpPr>
            <a:spLocks noGrp="1"/>
          </p:cNvSpPr>
          <p:nvPr>
            <p:ph type="sldNum" sz="quarter" idx="4"/>
          </p:nvPr>
        </p:nvSpPr>
        <p:spPr>
          <a:xfrm>
            <a:off x="8743950" y="4813471"/>
            <a:ext cx="262001" cy="247085"/>
          </a:xfrm>
          <a:prstGeom prst="rect">
            <a:avLst/>
          </a:prstGeom>
        </p:spPr>
        <p:txBody>
          <a:bodyPr vert="horz" lIns="0" tIns="0" rIns="0" bIns="0" rtlCol="0" anchor="ctr"/>
          <a:lstStyle>
            <a:lvl1pPr algn="r">
              <a:defRPr sz="800">
                <a:solidFill>
                  <a:schemeClr val="bg1"/>
                </a:solidFill>
                <a:latin typeface="+mn-lt"/>
                <a:cs typeface="Intel Clear Light" panose="020B0404020203020204" pitchFamily="34" charset="0"/>
              </a:defRPr>
            </a:lvl1pPr>
          </a:lstStyle>
          <a:p>
            <a:fld id="{EE2556C5-CE8C-6547-B838-EA80C61A4AF7}" type="slidenum">
              <a:rPr lang="en-US" smtClean="0"/>
              <a:pPr/>
              <a:t>‹#›</a:t>
            </a:fld>
            <a:endParaRPr lang="en-US" dirty="0"/>
          </a:p>
        </p:txBody>
      </p:sp>
      <p:pic>
        <p:nvPicPr>
          <p:cNvPr id="58" name="Picture 57" descr="StackedISWhite.png"/>
          <p:cNvPicPr>
            <a:picLocks noChangeAspect="1"/>
          </p:cNvPicPr>
          <p:nvPr/>
        </p:nvPicPr>
        <p:blipFill>
          <a:blip r:embed="rId3"/>
          <a:stretch>
            <a:fillRect/>
          </a:stretch>
        </p:blipFill>
        <p:spPr>
          <a:xfrm>
            <a:off x="8294375" y="4805888"/>
            <a:ext cx="314741" cy="295944"/>
          </a:xfrm>
          <a:prstGeom prst="rect">
            <a:avLst/>
          </a:prstGeom>
        </p:spPr>
      </p:pic>
      <p:cxnSp>
        <p:nvCxnSpPr>
          <p:cNvPr id="74" name="Straight Connector 73"/>
          <p:cNvCxnSpPr/>
          <p:nvPr/>
        </p:nvCxnSpPr>
        <p:spPr>
          <a:xfrm rot="5400000">
            <a:off x="8588375" y="4956176"/>
            <a:ext cx="285753" cy="1"/>
          </a:xfrm>
          <a:prstGeom prst="line">
            <a:avLst/>
          </a:prstGeom>
          <a:ln w="9525" cap="flat" cmpd="sng" algn="ctr">
            <a:solidFill>
              <a:schemeClr val="bg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Tree>
    <p:extLst/>
  </p:cSld>
  <p:clrMapOvr>
    <a:masterClrMapping/>
  </p:clrMapOvr>
  <p:timing>
    <p:tnLst>
      <p:par>
        <p:cTn id="1" dur="indefinite" restart="never" nodeType="tmRoot"/>
      </p:par>
    </p:tnLst>
  </p:timing>
  <p:hf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and Bulleted Text">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E2556C5-CE8C-6547-B838-EA80C61A4AF7}" type="slidenum">
              <a:rPr lang="en-US" smtClean="0"/>
              <a:pPr/>
              <a:t>‹#›</a:t>
            </a:fld>
            <a:endParaRPr lang="en-US" dirty="0"/>
          </a:p>
        </p:txBody>
      </p:sp>
      <p:sp>
        <p:nvSpPr>
          <p:cNvPr id="7" name="Title 6"/>
          <p:cNvSpPr>
            <a:spLocks noGrp="1"/>
          </p:cNvSpPr>
          <p:nvPr>
            <p:ph type="title" hasCustomPrompt="1"/>
          </p:nvPr>
        </p:nvSpPr>
        <p:spPr>
          <a:xfrm>
            <a:off x="455613" y="308848"/>
            <a:ext cx="8229600" cy="86868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
        <p:nvSpPr>
          <p:cNvPr id="9" name="Content Placeholder 8"/>
          <p:cNvSpPr>
            <a:spLocks noGrp="1"/>
          </p:cNvSpPr>
          <p:nvPr>
            <p:ph sz="quarter" idx="13" hasCustomPrompt="1"/>
          </p:nvPr>
        </p:nvSpPr>
        <p:spPr>
          <a:xfrm>
            <a:off x="455613" y="1203325"/>
            <a:ext cx="8228012" cy="3425825"/>
          </a:xfrm>
        </p:spPr>
        <p:txBody>
          <a:bodyPr/>
          <a:lstStyle>
            <a:lvl1pPr>
              <a:defRPr>
                <a:solidFill>
                  <a:srgbClr val="0071C5"/>
                </a:solidFill>
              </a:defRPr>
            </a:lvl1pPr>
            <a:lvl2pPr>
              <a:defRPr sz="1800"/>
            </a:lvl2pPr>
            <a:lvl3pPr>
              <a:defRPr sz="1800"/>
            </a:lvl3pPr>
            <a:lvl4pPr>
              <a:defRPr sz="1600"/>
            </a:lvl4pPr>
          </a:lstStyle>
          <a:p>
            <a:pPr lvl="0"/>
            <a:r>
              <a:rPr lang="en-US" dirty="0" smtClean="0"/>
              <a:t>18pt Intel Clear body text</a:t>
            </a:r>
          </a:p>
          <a:p>
            <a:pPr lvl="1"/>
            <a:r>
              <a:rPr lang="en-US" dirty="0" smtClean="0"/>
              <a:t>18pt Intel Clear bullet one</a:t>
            </a:r>
          </a:p>
          <a:p>
            <a:pPr lvl="2"/>
            <a:r>
              <a:rPr lang="en-US" dirty="0" smtClean="0"/>
              <a:t>18pt Intel Clear sub-bullet</a:t>
            </a:r>
          </a:p>
          <a:p>
            <a:pPr lvl="3"/>
            <a:r>
              <a:rPr lang="en-US" dirty="0" smtClean="0"/>
              <a:t>16pt Intel Clear fourth level</a:t>
            </a:r>
          </a:p>
          <a:p>
            <a:pPr lvl="4"/>
            <a:r>
              <a:rPr lang="en-US" dirty="0" err="1" smtClean="0"/>
              <a:t>14pt</a:t>
            </a:r>
            <a:r>
              <a:rPr lang="en-US" dirty="0" smtClean="0"/>
              <a:t> Intel Clear fifth level</a:t>
            </a:r>
            <a:endParaRPr lang="en-US" dirty="0"/>
          </a:p>
        </p:txBody>
      </p:sp>
    </p:spTree>
    <p:extLst/>
  </p:cSld>
  <p:clrMapOvr>
    <a:masterClrMapping/>
  </p:clrMapOvr>
  <p:timing>
    <p:tnLst>
      <p:par>
        <p:cTn id="1" dur="indefinite" restart="never" nodeType="tmRoot"/>
      </p:par>
    </p:tnLst>
  </p:timing>
  <p:hf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wo Content with Image">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EE2556C5-CE8C-6547-B838-EA80C61A4AF7}" type="slidenum">
              <a:rPr lang="en-US" smtClean="0"/>
              <a:pPr/>
              <a:t>‹#›</a:t>
            </a:fld>
            <a:endParaRPr lang="en-US" dirty="0"/>
          </a:p>
        </p:txBody>
      </p:sp>
      <p:sp>
        <p:nvSpPr>
          <p:cNvPr id="15" name="Content Placeholder 2"/>
          <p:cNvSpPr>
            <a:spLocks noGrp="1"/>
          </p:cNvSpPr>
          <p:nvPr>
            <p:ph sz="half" idx="1" hasCustomPrompt="1"/>
          </p:nvPr>
        </p:nvSpPr>
        <p:spPr>
          <a:xfrm>
            <a:off x="455613" y="1203324"/>
            <a:ext cx="4006851" cy="3425825"/>
          </a:xfrm>
        </p:spPr>
        <p:txBody>
          <a:bodyPr vert="horz" lIns="0" tIns="0" rIns="0" bIns="0" rtlCol="0">
            <a:noAutofit/>
          </a:bodyPr>
          <a:lstStyle>
            <a:lvl1pPr>
              <a:defRPr lang="en-US" dirty="0" smtClean="0"/>
            </a:lvl1pPr>
            <a:lvl2pPr>
              <a:defRPr lang="en-US" dirty="0" smtClean="0"/>
            </a:lvl2pPr>
            <a:lvl3pPr>
              <a:defRPr lang="en-US" sz="1400" dirty="0" smtClean="0"/>
            </a:lvl3pPr>
            <a:lvl4pPr>
              <a:defRPr lang="en-US" sz="1200" dirty="0" smtClean="0"/>
            </a:lvl4pPr>
            <a:lvl5pPr>
              <a:defRPr lang="en-US" sz="12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8" name="Title 6"/>
          <p:cNvSpPr>
            <a:spLocks noGrp="1"/>
          </p:cNvSpPr>
          <p:nvPr>
            <p:ph type="title" hasCustomPrompt="1"/>
          </p:nvPr>
        </p:nvSpPr>
        <p:spPr>
          <a:xfrm>
            <a:off x="455613" y="308848"/>
            <a:ext cx="8229600" cy="86868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
        <p:nvSpPr>
          <p:cNvPr id="9" name="Picture Placeholder 8"/>
          <p:cNvSpPr>
            <a:spLocks noGrp="1"/>
          </p:cNvSpPr>
          <p:nvPr>
            <p:ph type="pic" sz="quarter" idx="13"/>
          </p:nvPr>
        </p:nvSpPr>
        <p:spPr>
          <a:xfrm>
            <a:off x="4830763" y="943430"/>
            <a:ext cx="3181123" cy="1670950"/>
          </a:xfrm>
          <a:solidFill>
            <a:schemeClr val="bg2">
              <a:lumMod val="60000"/>
              <a:lumOff val="40000"/>
            </a:schemeClr>
          </a:solidFill>
        </p:spPr>
        <p:txBody>
          <a:bodyPr/>
          <a:lstStyle>
            <a:lvl1pPr>
              <a:defRPr sz="1800">
                <a:latin typeface="Intel Clear"/>
              </a:defRPr>
            </a:lvl1pPr>
          </a:lstStyle>
          <a:p>
            <a:r>
              <a:rPr lang="en-US" sz="1100" smtClean="0">
                <a:latin typeface="Arial"/>
              </a:rPr>
              <a:t>Drag picture to placeholder or click icon to add</a:t>
            </a:r>
            <a:endParaRPr lang="en-US" sz="1100" dirty="0">
              <a:latin typeface="Arial"/>
            </a:endParaRPr>
          </a:p>
        </p:txBody>
      </p:sp>
      <p:sp>
        <p:nvSpPr>
          <p:cNvPr id="10" name="Picture Placeholder 8"/>
          <p:cNvSpPr>
            <a:spLocks noGrp="1"/>
          </p:cNvSpPr>
          <p:nvPr>
            <p:ph type="pic" sz="quarter" idx="14"/>
          </p:nvPr>
        </p:nvSpPr>
        <p:spPr>
          <a:xfrm>
            <a:off x="4830763" y="2843897"/>
            <a:ext cx="3181123" cy="1670950"/>
          </a:xfrm>
          <a:solidFill>
            <a:schemeClr val="bg2">
              <a:lumMod val="60000"/>
              <a:lumOff val="40000"/>
            </a:schemeClr>
          </a:solidFill>
        </p:spPr>
        <p:txBody>
          <a:bodyPr/>
          <a:lstStyle>
            <a:lvl1pPr>
              <a:defRPr sz="1800">
                <a:latin typeface="Intel Clear"/>
              </a:defRPr>
            </a:lvl1pPr>
          </a:lstStyle>
          <a:p>
            <a:r>
              <a:rPr lang="en-US" sz="1100" smtClean="0">
                <a:latin typeface="Arial"/>
              </a:rPr>
              <a:t>Drag picture to placeholder or click icon to add</a:t>
            </a:r>
            <a:endParaRPr lang="en-US" sz="1100" dirty="0">
              <a:latin typeface="Arial"/>
            </a:endParaRPr>
          </a:p>
        </p:txBody>
      </p:sp>
    </p:spTree>
    <p:extLst/>
  </p:cSld>
  <p:clrMapOvr>
    <a:masterClrMapping/>
  </p:clrMapOvr>
  <p:hf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EE2556C5-CE8C-6547-B838-EA80C61A4AF7}" type="slidenum">
              <a:rPr lang="en-US" smtClean="0"/>
              <a:pPr/>
              <a:t>‹#›</a:t>
            </a:fld>
            <a:endParaRPr lang="en-US" dirty="0"/>
          </a:p>
        </p:txBody>
      </p:sp>
      <p:sp>
        <p:nvSpPr>
          <p:cNvPr id="15" name="Content Placeholder 2"/>
          <p:cNvSpPr>
            <a:spLocks noGrp="1"/>
          </p:cNvSpPr>
          <p:nvPr>
            <p:ph sz="half" idx="1" hasCustomPrompt="1"/>
          </p:nvPr>
        </p:nvSpPr>
        <p:spPr>
          <a:xfrm>
            <a:off x="455613" y="1203324"/>
            <a:ext cx="4006851" cy="3425825"/>
          </a:xfrm>
        </p:spPr>
        <p:txBody>
          <a:bodyPr vert="horz" lIns="0" tIns="0" rIns="0" bIns="0" rtlCol="0">
            <a:noAutofit/>
          </a:bodyPr>
          <a:lstStyle>
            <a:lvl1pPr>
              <a:defRPr lang="en-US" dirty="0" smtClean="0"/>
            </a:lvl1pPr>
            <a:lvl2pPr>
              <a:defRPr lang="en-US" dirty="0" smtClean="0"/>
            </a:lvl2pPr>
            <a:lvl3pPr>
              <a:defRPr lang="en-US" sz="1400" dirty="0" smtClean="0"/>
            </a:lvl3pPr>
            <a:lvl4pPr>
              <a:defRPr lang="en-US" sz="1200" dirty="0" smtClean="0"/>
            </a:lvl4pPr>
            <a:lvl5pPr>
              <a:defRPr lang="en-US" sz="12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16" name="Content Placeholder 2"/>
          <p:cNvSpPr>
            <a:spLocks noGrp="1"/>
          </p:cNvSpPr>
          <p:nvPr>
            <p:ph sz="half" idx="13" hasCustomPrompt="1"/>
          </p:nvPr>
        </p:nvSpPr>
        <p:spPr>
          <a:xfrm>
            <a:off x="4678363" y="1203324"/>
            <a:ext cx="4005264" cy="3425825"/>
          </a:xfrm>
        </p:spPr>
        <p:txBody>
          <a:bodyPr vert="horz" lIns="0" tIns="0" rIns="0" bIns="0" rtlCol="0">
            <a:noAutofit/>
          </a:bodyPr>
          <a:lstStyle>
            <a:lvl1pPr>
              <a:defRPr lang="en-US" dirty="0" smtClean="0"/>
            </a:lvl1pPr>
            <a:lvl2pPr>
              <a:defRPr lang="en-US" dirty="0" smtClean="0"/>
            </a:lvl2pPr>
            <a:lvl3pPr>
              <a:defRPr lang="en-US" sz="1400" dirty="0" smtClean="0"/>
            </a:lvl3pPr>
            <a:lvl4pPr>
              <a:defRPr lang="en-US" sz="1200" dirty="0" smtClean="0"/>
            </a:lvl4pPr>
            <a:lvl5pPr>
              <a:defRPr lang="en-US" sz="12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8" name="Title 6"/>
          <p:cNvSpPr>
            <a:spLocks noGrp="1"/>
          </p:cNvSpPr>
          <p:nvPr>
            <p:ph type="title" hasCustomPrompt="1"/>
          </p:nvPr>
        </p:nvSpPr>
        <p:spPr>
          <a:xfrm>
            <a:off x="455613" y="308848"/>
            <a:ext cx="8229600" cy="86868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Tree>
    <p:extLst/>
  </p:cSld>
  <p:clrMapOvr>
    <a:masterClrMapping/>
  </p:clrMapOvr>
  <p:hf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Quote with Attribute">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55613" y="1203325"/>
            <a:ext cx="8228013" cy="3425825"/>
          </a:xfrm>
        </p:spPr>
        <p:txBody>
          <a:bodyPr anchor="ctr" anchorCtr="0"/>
          <a:lstStyle>
            <a:lvl1pPr marL="190500" indent="-190500">
              <a:defRPr sz="3600" b="1" baseline="0">
                <a:solidFill>
                  <a:schemeClr val="accent2"/>
                </a:solidFill>
                <a:latin typeface="+mn-lt"/>
                <a:cs typeface="Intel Clear Light" panose="020B0404020203020204" pitchFamily="34" charset="0"/>
              </a:defRPr>
            </a:lvl1pPr>
            <a:lvl2pPr marL="417513" indent="-225425">
              <a:buFont typeface="Lucida Grande"/>
              <a:buChar char="−"/>
              <a:defRPr sz="1200" baseline="0">
                <a:latin typeface="+mn-lt"/>
                <a:cs typeface="Intel Clear" panose="020B0604020203020204" pitchFamily="34" charset="0"/>
              </a:defRPr>
            </a:lvl2pPr>
            <a:lvl3pPr marL="685800" indent="-228600">
              <a:defRPr sz="1200">
                <a:latin typeface="+mn-lt"/>
              </a:defRPr>
            </a:lvl3pPr>
            <a:lvl4pPr>
              <a:defRPr sz="1100">
                <a:latin typeface="+mn-lt"/>
              </a:defRPr>
            </a:lvl4pPr>
            <a:lvl5pPr>
              <a:defRPr sz="1050">
                <a:latin typeface="+mn-lt"/>
              </a:defRPr>
            </a:lvl5pPr>
          </a:lstStyle>
          <a:p>
            <a:pPr lvl="0"/>
            <a:r>
              <a:rPr lang="en-US" dirty="0" smtClean="0"/>
              <a:t>“36pt Intel Clear Bold Text”</a:t>
            </a:r>
          </a:p>
          <a:p>
            <a:pPr lvl="1"/>
            <a:r>
              <a:rPr lang="en-US" dirty="0" err="1" smtClean="0"/>
              <a:t>12pt</a:t>
            </a:r>
            <a:r>
              <a:rPr lang="en-US" dirty="0" smtClean="0"/>
              <a:t> Attribution</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E2556C5-CE8C-6547-B838-EA80C61A4AF7}" type="slidenum">
              <a:rPr lang="en-US" smtClean="0"/>
              <a:pPr/>
              <a:t>‹#›</a:t>
            </a:fld>
            <a:endParaRPr lang="en-US" dirty="0"/>
          </a:p>
        </p:txBody>
      </p:sp>
      <p:sp>
        <p:nvSpPr>
          <p:cNvPr id="7" name="Title 6"/>
          <p:cNvSpPr>
            <a:spLocks noGrp="1"/>
          </p:cNvSpPr>
          <p:nvPr>
            <p:ph type="title" hasCustomPrompt="1"/>
          </p:nvPr>
        </p:nvSpPr>
        <p:spPr>
          <a:xfrm>
            <a:off x="455613" y="308848"/>
            <a:ext cx="8229600" cy="86868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Tree>
    <p:extLst/>
  </p:cSld>
  <p:clrMapOvr>
    <a:masterClrMapping/>
  </p:clrMapOvr>
  <p:timing>
    <p:tnLst>
      <p:par>
        <p:cTn id="1" dur="indefinite" restart="never" nodeType="tmRoot"/>
      </p:par>
    </p:tnLst>
  </p:timing>
  <p:hf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Full Bleed Image">
    <p:spTree>
      <p:nvGrpSpPr>
        <p:cNvPr id="1" name=""/>
        <p:cNvGrpSpPr/>
        <p:nvPr/>
      </p:nvGrpSpPr>
      <p:grpSpPr>
        <a:xfrm>
          <a:off x="0" y="0"/>
          <a:ext cx="0" cy="0"/>
          <a:chOff x="0" y="0"/>
          <a:chExt cx="0" cy="0"/>
        </a:xfrm>
      </p:grpSpPr>
      <p:sp>
        <p:nvSpPr>
          <p:cNvPr id="9" name="Picture Placeholder 8"/>
          <p:cNvSpPr>
            <a:spLocks noGrp="1"/>
          </p:cNvSpPr>
          <p:nvPr>
            <p:ph type="pic" sz="quarter" idx="13" hasCustomPrompt="1"/>
          </p:nvPr>
        </p:nvSpPr>
        <p:spPr>
          <a:xfrm>
            <a:off x="0" y="0"/>
            <a:ext cx="9144000" cy="4762834"/>
          </a:xfrm>
          <a:solidFill>
            <a:schemeClr val="bg2">
              <a:lumMod val="60000"/>
              <a:lumOff val="40000"/>
            </a:schemeClr>
          </a:solidFill>
        </p:spPr>
        <p:txBody>
          <a:bodyPr/>
          <a:lstStyle>
            <a:lvl1pPr marL="0" marR="0" indent="0" algn="l" defTabSz="457200" rtl="0" eaLnBrk="1" fontAlgn="auto" latinLnBrk="0" hangingPunct="1">
              <a:lnSpc>
                <a:spcPct val="100000"/>
              </a:lnSpc>
              <a:spcBef>
                <a:spcPts val="1200"/>
              </a:spcBef>
              <a:spcAft>
                <a:spcPts val="0"/>
              </a:spcAft>
              <a:buClrTx/>
              <a:buSzTx/>
              <a:buFont typeface="Wingdings" panose="05000000000000000000" pitchFamily="2" charset="2"/>
              <a:buNone/>
              <a:tabLst/>
              <a:defRPr baseline="0"/>
            </a:lvl1pPr>
          </a:lstStyle>
          <a:p>
            <a:r>
              <a:rPr lang="en-US" dirty="0" smtClean="0"/>
              <a:t>Insert photo here. Drag picture to placeholder or click icon to add.</a:t>
            </a:r>
            <a:endParaRPr lang="en-US" dirty="0"/>
          </a:p>
        </p:txBody>
      </p:sp>
      <p:sp>
        <p:nvSpPr>
          <p:cNvPr id="6" name="Slide Number Placeholder 5"/>
          <p:cNvSpPr>
            <a:spLocks noGrp="1"/>
          </p:cNvSpPr>
          <p:nvPr>
            <p:ph type="sldNum" sz="quarter" idx="12"/>
          </p:nvPr>
        </p:nvSpPr>
        <p:spPr>
          <a:xfrm>
            <a:off x="8717718" y="4795523"/>
            <a:ext cx="288234" cy="273844"/>
          </a:xfrm>
        </p:spPr>
        <p:txBody>
          <a:bodyPr/>
          <a:lstStyle/>
          <a:p>
            <a:fld id="{EE2556C5-CE8C-6547-B838-EA80C61A4AF7}" type="slidenum">
              <a:rPr lang="en-US" smtClean="0"/>
              <a:pPr/>
              <a:t>‹#›</a:t>
            </a:fld>
            <a:endParaRPr lang="en-US" dirty="0"/>
          </a:p>
        </p:txBody>
      </p:sp>
      <p:sp>
        <p:nvSpPr>
          <p:cNvPr id="7" name="Title 6"/>
          <p:cNvSpPr>
            <a:spLocks noGrp="1"/>
          </p:cNvSpPr>
          <p:nvPr>
            <p:ph type="title" hasCustomPrompt="1"/>
          </p:nvPr>
        </p:nvSpPr>
        <p:spPr>
          <a:xfrm>
            <a:off x="455613" y="308848"/>
            <a:ext cx="8229600" cy="86868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
        <p:nvSpPr>
          <p:cNvPr id="8" name="Footer Placeholder 4"/>
          <p:cNvSpPr>
            <a:spLocks noGrp="1"/>
          </p:cNvSpPr>
          <p:nvPr>
            <p:ph type="ftr" sz="quarter" idx="3"/>
          </p:nvPr>
        </p:nvSpPr>
        <p:spPr>
          <a:xfrm>
            <a:off x="3124200" y="4876231"/>
            <a:ext cx="2895600" cy="250826"/>
          </a:xfrm>
          <a:prstGeom prst="rect">
            <a:avLst/>
          </a:prstGeom>
        </p:spPr>
        <p:txBody>
          <a:bodyPr vert="horz" lIns="91440" tIns="45720" rIns="91440" bIns="45720" rtlCol="0" anchor="ctr"/>
          <a:lstStyle>
            <a:lvl1pPr algn="ctr">
              <a:defRPr sz="800">
                <a:solidFill>
                  <a:schemeClr val="bg1"/>
                </a:solidFill>
                <a:latin typeface="+mn-lt"/>
              </a:defRPr>
            </a:lvl1pPr>
          </a:lstStyle>
          <a:p>
            <a:endParaRPr lang="en-US" dirty="0"/>
          </a:p>
        </p:txBody>
      </p:sp>
    </p:spTree>
    <p:extLst/>
  </p:cSld>
  <p:clrMapOvr>
    <a:masterClrMapping/>
  </p:clrMapOvr>
  <p:timing>
    <p:tnLst>
      <p:par>
        <p:cTn id="1" dur="indefinite" restart="never" nodeType="tmRoot"/>
      </p:par>
    </p:tnLst>
  </p:timing>
  <p:hf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ext and Bottom Half Image">
    <p:spTree>
      <p:nvGrpSpPr>
        <p:cNvPr id="1" name=""/>
        <p:cNvGrpSpPr/>
        <p:nvPr/>
      </p:nvGrpSpPr>
      <p:grpSpPr>
        <a:xfrm>
          <a:off x="0" y="0"/>
          <a:ext cx="0" cy="0"/>
          <a:chOff x="0" y="0"/>
          <a:chExt cx="0" cy="0"/>
        </a:xfrm>
      </p:grpSpPr>
      <p:sp>
        <p:nvSpPr>
          <p:cNvPr id="9" name="Picture Placeholder 8"/>
          <p:cNvSpPr>
            <a:spLocks noGrp="1"/>
          </p:cNvSpPr>
          <p:nvPr>
            <p:ph type="pic" sz="quarter" idx="13" hasCustomPrompt="1"/>
          </p:nvPr>
        </p:nvSpPr>
        <p:spPr>
          <a:xfrm>
            <a:off x="0" y="2574131"/>
            <a:ext cx="9144000" cy="2188703"/>
          </a:xfrm>
          <a:solidFill>
            <a:schemeClr val="bg2">
              <a:lumMod val="60000"/>
              <a:lumOff val="40000"/>
            </a:schemeClr>
          </a:solidFill>
        </p:spPr>
        <p:txBody>
          <a:bodyPr/>
          <a:lstStyle>
            <a:lvl1pPr marL="0" marR="0" indent="0" algn="l" defTabSz="457200" rtl="0" eaLnBrk="1" fontAlgn="auto" latinLnBrk="0" hangingPunct="1">
              <a:lnSpc>
                <a:spcPct val="100000"/>
              </a:lnSpc>
              <a:spcBef>
                <a:spcPts val="1200"/>
              </a:spcBef>
              <a:spcAft>
                <a:spcPts val="0"/>
              </a:spcAft>
              <a:buClrTx/>
              <a:buSzTx/>
              <a:buFont typeface="Wingdings" panose="05000000000000000000" pitchFamily="2" charset="2"/>
              <a:buNone/>
              <a:tabLst/>
              <a:defRPr baseline="0"/>
            </a:lvl1pPr>
          </a:lstStyle>
          <a:p>
            <a:r>
              <a:rPr lang="en-US" dirty="0" smtClean="0"/>
              <a:t>Insert photo here. Drag picture to placeholder or click icon to add.</a:t>
            </a:r>
          </a:p>
        </p:txBody>
      </p:sp>
      <p:sp>
        <p:nvSpPr>
          <p:cNvPr id="6" name="Slide Number Placeholder 5"/>
          <p:cNvSpPr>
            <a:spLocks noGrp="1"/>
          </p:cNvSpPr>
          <p:nvPr>
            <p:ph type="sldNum" sz="quarter" idx="12"/>
          </p:nvPr>
        </p:nvSpPr>
        <p:spPr>
          <a:xfrm>
            <a:off x="8717718" y="4795523"/>
            <a:ext cx="288234" cy="273844"/>
          </a:xfrm>
        </p:spPr>
        <p:txBody>
          <a:bodyPr/>
          <a:lstStyle/>
          <a:p>
            <a:fld id="{EE2556C5-CE8C-6547-B838-EA80C61A4AF7}" type="slidenum">
              <a:rPr lang="en-US" smtClean="0"/>
              <a:pPr/>
              <a:t>‹#›</a:t>
            </a:fld>
            <a:endParaRPr lang="en-US" dirty="0"/>
          </a:p>
        </p:txBody>
      </p:sp>
      <p:sp>
        <p:nvSpPr>
          <p:cNvPr id="18" name="Content Placeholder 2"/>
          <p:cNvSpPr>
            <a:spLocks noGrp="1"/>
          </p:cNvSpPr>
          <p:nvPr>
            <p:ph sz="half" idx="1" hasCustomPrompt="1"/>
          </p:nvPr>
        </p:nvSpPr>
        <p:spPr>
          <a:xfrm>
            <a:off x="455613" y="1203325"/>
            <a:ext cx="4006851" cy="1309290"/>
          </a:xfrm>
        </p:spPr>
        <p:txBody>
          <a:bodyPr vert="horz" lIns="0" tIns="0" rIns="0" bIns="0" rtlCol="0">
            <a:noAutofit/>
          </a:bodyPr>
          <a:lstStyle>
            <a:lvl1pPr>
              <a:defRPr lang="en-US" dirty="0" smtClean="0"/>
            </a:lvl1pPr>
            <a:lvl2pPr>
              <a:defRPr lang="en-US" dirty="0" smtClean="0"/>
            </a:lvl2pPr>
            <a:lvl3pPr>
              <a:defRPr lang="en-US" sz="1400" dirty="0" smtClean="0"/>
            </a:lvl3pPr>
            <a:lvl4pPr>
              <a:defRPr lang="en-US" sz="1200" dirty="0" smtClean="0"/>
            </a:lvl4pPr>
            <a:lvl5pPr>
              <a:defRPr lang="en-US" sz="12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19" name="Content Placeholder 2"/>
          <p:cNvSpPr>
            <a:spLocks noGrp="1"/>
          </p:cNvSpPr>
          <p:nvPr>
            <p:ph sz="half" idx="15" hasCustomPrompt="1"/>
          </p:nvPr>
        </p:nvSpPr>
        <p:spPr>
          <a:xfrm>
            <a:off x="4678363" y="1203325"/>
            <a:ext cx="4005264" cy="1309290"/>
          </a:xfrm>
        </p:spPr>
        <p:txBody>
          <a:bodyPr vert="horz" lIns="0" tIns="0" rIns="0" bIns="0" rtlCol="0">
            <a:noAutofit/>
          </a:bodyPr>
          <a:lstStyle>
            <a:lvl1pPr>
              <a:defRPr lang="en-US" dirty="0" smtClean="0"/>
            </a:lvl1pPr>
            <a:lvl2pPr>
              <a:defRPr lang="en-US" dirty="0" smtClean="0"/>
            </a:lvl2pPr>
            <a:lvl3pPr>
              <a:defRPr lang="en-US" sz="1400" dirty="0" smtClean="0"/>
            </a:lvl3pPr>
            <a:lvl4pPr>
              <a:defRPr lang="en-US" sz="1200" dirty="0" smtClean="0"/>
            </a:lvl4pPr>
            <a:lvl5pPr>
              <a:defRPr lang="en-US" sz="12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3" name="TextBox 2"/>
          <p:cNvSpPr txBox="1"/>
          <p:nvPr/>
        </p:nvSpPr>
        <p:spPr>
          <a:xfrm>
            <a:off x="1009487" y="4975795"/>
            <a:ext cx="184666" cy="246221"/>
          </a:xfrm>
          <a:prstGeom prst="rect">
            <a:avLst/>
          </a:prstGeom>
          <a:noFill/>
        </p:spPr>
        <p:txBody>
          <a:bodyPr wrap="none" rtlCol="0">
            <a:spAutoFit/>
          </a:bodyPr>
          <a:lstStyle/>
          <a:p>
            <a:endParaRPr lang="en-US" sz="1000" dirty="0" smtClean="0">
              <a:solidFill>
                <a:schemeClr val="tx2"/>
              </a:solidFill>
              <a:cs typeface="Neo Sans Intel"/>
            </a:endParaRPr>
          </a:p>
        </p:txBody>
      </p:sp>
      <p:sp>
        <p:nvSpPr>
          <p:cNvPr id="10" name="Title 6"/>
          <p:cNvSpPr>
            <a:spLocks noGrp="1"/>
          </p:cNvSpPr>
          <p:nvPr>
            <p:ph type="title" hasCustomPrompt="1"/>
          </p:nvPr>
        </p:nvSpPr>
        <p:spPr>
          <a:xfrm>
            <a:off x="455613" y="308848"/>
            <a:ext cx="8229600" cy="86868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
        <p:nvSpPr>
          <p:cNvPr id="11" name="Footer Placeholder 4"/>
          <p:cNvSpPr>
            <a:spLocks noGrp="1"/>
          </p:cNvSpPr>
          <p:nvPr>
            <p:ph type="ftr" sz="quarter" idx="3"/>
          </p:nvPr>
        </p:nvSpPr>
        <p:spPr>
          <a:xfrm>
            <a:off x="3124200" y="4876231"/>
            <a:ext cx="2895600" cy="250826"/>
          </a:xfrm>
          <a:prstGeom prst="rect">
            <a:avLst/>
          </a:prstGeom>
        </p:spPr>
        <p:txBody>
          <a:bodyPr vert="horz" lIns="91440" tIns="45720" rIns="91440" bIns="45720" rtlCol="0" anchor="ctr"/>
          <a:lstStyle>
            <a:lvl1pPr algn="ctr">
              <a:defRPr sz="800">
                <a:solidFill>
                  <a:schemeClr val="bg1"/>
                </a:solidFill>
                <a:latin typeface="+mn-lt"/>
              </a:defRPr>
            </a:lvl1pPr>
          </a:lstStyle>
          <a:p>
            <a:endParaRPr lang="en-US" dirty="0"/>
          </a:p>
        </p:txBody>
      </p:sp>
    </p:spTree>
    <p:extLst/>
  </p:cSld>
  <p:clrMapOvr>
    <a:masterClrMapping/>
  </p:clrMapOvr>
  <p:timing>
    <p:tnLst>
      <p:par>
        <p:cTn id="1" dur="indefinite" restart="never" nodeType="tmRoot"/>
      </p:par>
    </p:tnLst>
  </p:timing>
  <p:hf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ext and Right Image">
    <p:spTree>
      <p:nvGrpSpPr>
        <p:cNvPr id="1" name=""/>
        <p:cNvGrpSpPr/>
        <p:nvPr/>
      </p:nvGrpSpPr>
      <p:grpSpPr>
        <a:xfrm>
          <a:off x="0" y="0"/>
          <a:ext cx="0" cy="0"/>
          <a:chOff x="0" y="0"/>
          <a:chExt cx="0" cy="0"/>
        </a:xfrm>
      </p:grpSpPr>
      <p:sp>
        <p:nvSpPr>
          <p:cNvPr id="9" name="Picture Placeholder 8"/>
          <p:cNvSpPr>
            <a:spLocks noGrp="1"/>
          </p:cNvSpPr>
          <p:nvPr>
            <p:ph type="pic" sz="quarter" idx="13" hasCustomPrompt="1"/>
          </p:nvPr>
        </p:nvSpPr>
        <p:spPr>
          <a:xfrm>
            <a:off x="4678363" y="2"/>
            <a:ext cx="4465637" cy="4755616"/>
          </a:xfrm>
          <a:solidFill>
            <a:schemeClr val="bg2">
              <a:lumMod val="60000"/>
              <a:lumOff val="40000"/>
            </a:schemeClr>
          </a:solidFill>
        </p:spPr>
        <p:txBody>
          <a:bodyPr/>
          <a:lstStyle>
            <a:lvl1pPr>
              <a:defRPr baseline="0"/>
            </a:lvl1pPr>
          </a:lstStyle>
          <a:p>
            <a:r>
              <a:rPr lang="en-US" dirty="0" smtClean="0"/>
              <a:t>Insert photo here. Drag picture to placeholder or click icon to add.</a:t>
            </a:r>
            <a:endParaRPr lang="en-US" dirty="0"/>
          </a:p>
        </p:txBody>
      </p:sp>
      <p:sp>
        <p:nvSpPr>
          <p:cNvPr id="2" name="Title 1"/>
          <p:cNvSpPr>
            <a:spLocks noGrp="1"/>
          </p:cNvSpPr>
          <p:nvPr>
            <p:ph type="title" hasCustomPrompt="1"/>
          </p:nvPr>
        </p:nvSpPr>
        <p:spPr>
          <a:xfrm>
            <a:off x="455613" y="308848"/>
            <a:ext cx="4006850" cy="868680"/>
          </a:xfrm>
        </p:spPr>
        <p:txBody>
          <a:bodyPr>
            <a:noAutofit/>
          </a:bodyPr>
          <a:lstStyle>
            <a:lvl1pPr>
              <a:defRPr sz="2800" b="0" i="0" baseline="0">
                <a:latin typeface="Intel Clear"/>
                <a:cs typeface="Intel Clear"/>
              </a:defRPr>
            </a:lvl1pPr>
          </a:lstStyle>
          <a:p>
            <a:r>
              <a:rPr lang="en-US" dirty="0" smtClean="0"/>
              <a:t>28pt Intel Clear Headline</a:t>
            </a:r>
            <a:endParaRPr lang="en-US" dirty="0"/>
          </a:p>
        </p:txBody>
      </p:sp>
      <p:sp>
        <p:nvSpPr>
          <p:cNvPr id="6" name="Slide Number Placeholder 5"/>
          <p:cNvSpPr>
            <a:spLocks noGrp="1"/>
          </p:cNvSpPr>
          <p:nvPr>
            <p:ph type="sldNum" sz="quarter" idx="12"/>
          </p:nvPr>
        </p:nvSpPr>
        <p:spPr>
          <a:xfrm>
            <a:off x="8725556" y="4795523"/>
            <a:ext cx="280395" cy="273844"/>
          </a:xfrm>
        </p:spPr>
        <p:txBody>
          <a:bodyPr/>
          <a:lstStyle/>
          <a:p>
            <a:fld id="{EE2556C5-CE8C-6547-B838-EA80C61A4AF7}" type="slidenum">
              <a:rPr lang="en-US" smtClean="0"/>
              <a:pPr/>
              <a:t>‹#›</a:t>
            </a:fld>
            <a:endParaRPr lang="en-US" dirty="0"/>
          </a:p>
        </p:txBody>
      </p:sp>
      <p:sp>
        <p:nvSpPr>
          <p:cNvPr id="17" name="Content Placeholder 2"/>
          <p:cNvSpPr>
            <a:spLocks noGrp="1"/>
          </p:cNvSpPr>
          <p:nvPr>
            <p:ph sz="half" idx="1" hasCustomPrompt="1"/>
          </p:nvPr>
        </p:nvSpPr>
        <p:spPr>
          <a:xfrm>
            <a:off x="455614" y="1325244"/>
            <a:ext cx="4006850" cy="3425825"/>
          </a:xfrm>
        </p:spPr>
        <p:txBody>
          <a:bodyPr vert="horz" lIns="0" tIns="0" rIns="0" bIns="0" rtlCol="0">
            <a:noAutofit/>
          </a:bodyPr>
          <a:lstStyle>
            <a:lvl1pPr>
              <a:defRPr lang="en-US" dirty="0" smtClean="0"/>
            </a:lvl1pPr>
            <a:lvl2pPr>
              <a:defRPr lang="en-US" dirty="0" smtClean="0"/>
            </a:lvl2pPr>
            <a:lvl3pPr>
              <a:defRPr lang="en-US" sz="1400" dirty="0" smtClean="0"/>
            </a:lvl3pPr>
            <a:lvl4pPr>
              <a:defRPr lang="en-US" sz="1200" dirty="0" smtClean="0"/>
            </a:lvl4pPr>
            <a:lvl5pPr>
              <a:defRPr lang="en-US" sz="12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7" name="Footer Placeholder 4"/>
          <p:cNvSpPr>
            <a:spLocks noGrp="1"/>
          </p:cNvSpPr>
          <p:nvPr>
            <p:ph type="ftr" sz="quarter" idx="3"/>
          </p:nvPr>
        </p:nvSpPr>
        <p:spPr>
          <a:xfrm>
            <a:off x="3124200" y="4876231"/>
            <a:ext cx="2895600" cy="250826"/>
          </a:xfrm>
          <a:prstGeom prst="rect">
            <a:avLst/>
          </a:prstGeom>
        </p:spPr>
        <p:txBody>
          <a:bodyPr vert="horz" lIns="91440" tIns="45720" rIns="91440" bIns="45720" rtlCol="0" anchor="ctr"/>
          <a:lstStyle>
            <a:lvl1pPr algn="ctr">
              <a:defRPr sz="800">
                <a:solidFill>
                  <a:schemeClr val="bg1"/>
                </a:solidFill>
                <a:latin typeface="+mn-lt"/>
              </a:defRPr>
            </a:lvl1pPr>
          </a:lstStyle>
          <a:p>
            <a:endParaRPr lang="en-US" dirty="0"/>
          </a:p>
        </p:txBody>
      </p:sp>
    </p:spTree>
    <p:extLst/>
  </p:cSld>
  <p:clrMapOvr>
    <a:masterClrMapping/>
  </p:clrMapOvr>
  <p:timing>
    <p:tnLst>
      <p:par>
        <p:cTn id="1" dur="indefinite" restart="never" nodeType="tmRoot"/>
      </p:par>
    </p:tnLst>
  </p:timing>
  <p:hf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White Section Break">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613" y="2108062"/>
            <a:ext cx="7772400" cy="1021556"/>
          </a:xfrm>
        </p:spPr>
        <p:txBody>
          <a:bodyPr anchor="b" anchorCtr="0">
            <a:noAutofit/>
          </a:bodyPr>
          <a:lstStyle>
            <a:lvl1pPr algn="l">
              <a:lnSpc>
                <a:spcPct val="80000"/>
              </a:lnSpc>
              <a:defRPr sz="5400" b="0" cap="none" spc="0" baseline="0">
                <a:solidFill>
                  <a:srgbClr val="003C71"/>
                </a:solidFill>
                <a:latin typeface="Intel Clear Pro" panose="020B0804020202060201" pitchFamily="34" charset="0"/>
                <a:cs typeface="Intel Clear Pro" panose="020B0804020202060201" pitchFamily="34" charset="0"/>
              </a:defRPr>
            </a:lvl1pPr>
          </a:lstStyle>
          <a:p>
            <a:r>
              <a:rPr lang="en-US" dirty="0" smtClean="0"/>
              <a:t>54pt Intel Clear Pro</a:t>
            </a:r>
            <a:br>
              <a:rPr lang="en-US" dirty="0" smtClean="0"/>
            </a:br>
            <a:r>
              <a:rPr lang="en-US" dirty="0" smtClean="0"/>
              <a:t>white section break</a:t>
            </a:r>
            <a:endParaRPr lang="en-US" dirty="0"/>
          </a:p>
        </p:txBody>
      </p:sp>
      <p:sp>
        <p:nvSpPr>
          <p:cNvPr id="3" name="Text Placeholder 2"/>
          <p:cNvSpPr>
            <a:spLocks noGrp="1"/>
          </p:cNvSpPr>
          <p:nvPr>
            <p:ph type="body" idx="1" hasCustomPrompt="1"/>
          </p:nvPr>
        </p:nvSpPr>
        <p:spPr>
          <a:xfrm>
            <a:off x="455613" y="3241150"/>
            <a:ext cx="7772400" cy="1125140"/>
          </a:xfrm>
        </p:spPr>
        <p:txBody>
          <a:bodyPr anchor="t" anchorCtr="0">
            <a:noAutofit/>
          </a:bodyPr>
          <a:lstStyle>
            <a:lvl1pPr marL="0" indent="0">
              <a:buNone/>
              <a:defRPr sz="1600" b="0" baseline="0">
                <a:solidFill>
                  <a:schemeClr val="accent2"/>
                </a:solidFill>
                <a:latin typeface="+mn-lt"/>
                <a:cs typeface="Intel Clear" panose="020B0604020203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r>
              <a:rPr lang="en-US" dirty="0" smtClean="0"/>
              <a:t>16pt Intel Clear Subhead</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EE2556C5-CE8C-6547-B838-EA80C61A4AF7}" type="slidenum">
              <a:rPr lang="en-US" smtClean="0"/>
              <a:pPr/>
              <a:t>‹#›</a:t>
            </a:fld>
            <a:endParaRPr lang="en-US" dirty="0"/>
          </a:p>
        </p:txBody>
      </p:sp>
      <p:sp>
        <p:nvSpPr>
          <p:cNvPr id="5" name="Footer Placeholder 4"/>
          <p:cNvSpPr>
            <a:spLocks noGrp="1"/>
          </p:cNvSpPr>
          <p:nvPr>
            <p:ph type="ftr" sz="quarter" idx="3"/>
          </p:nvPr>
        </p:nvSpPr>
        <p:spPr>
          <a:xfrm>
            <a:off x="3124200" y="4876231"/>
            <a:ext cx="2895600" cy="250826"/>
          </a:xfrm>
          <a:prstGeom prst="rect">
            <a:avLst/>
          </a:prstGeom>
        </p:spPr>
        <p:txBody>
          <a:bodyPr vert="horz" lIns="91440" tIns="45720" rIns="91440" bIns="45720" rtlCol="0" anchor="ctr"/>
          <a:lstStyle>
            <a:lvl1pPr algn="ctr">
              <a:defRPr sz="800">
                <a:solidFill>
                  <a:schemeClr val="bg1"/>
                </a:solidFill>
                <a:latin typeface="+mn-lt"/>
              </a:defRPr>
            </a:lvl1pPr>
          </a:lstStyle>
          <a:p>
            <a:endParaRPr lang="en-US" dirty="0"/>
          </a:p>
        </p:txBody>
      </p:sp>
    </p:spTree>
    <p:extLst/>
  </p:cSld>
  <p:clrMapOvr>
    <a:masterClrMapping/>
  </p:clrMapOvr>
  <p:timing>
    <p:tnLst>
      <p:par>
        <p:cTn id="1" dur="indefinite" restart="never" nodeType="tmRoot"/>
      </p:par>
    </p:tnLst>
  </p:timing>
  <p:hf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type="secHead" preserve="1">
  <p:cSld name="Blue Section Break">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613" y="2108062"/>
            <a:ext cx="7772400" cy="1021556"/>
          </a:xfrm>
        </p:spPr>
        <p:txBody>
          <a:bodyPr anchor="b" anchorCtr="0">
            <a:noAutofit/>
          </a:bodyPr>
          <a:lstStyle>
            <a:lvl1pPr algn="l">
              <a:lnSpc>
                <a:spcPct val="80000"/>
              </a:lnSpc>
              <a:defRPr sz="5400" b="0" cap="none" spc="0" baseline="0">
                <a:solidFill>
                  <a:schemeClr val="bg1"/>
                </a:solidFill>
                <a:latin typeface="Intel Clear Pro" panose="020B0804020202060201" pitchFamily="34" charset="0"/>
                <a:cs typeface="Intel Clear Pro" panose="020B0804020202060201" pitchFamily="34" charset="0"/>
              </a:defRPr>
            </a:lvl1pPr>
          </a:lstStyle>
          <a:p>
            <a:r>
              <a:rPr lang="en-US" dirty="0" smtClean="0"/>
              <a:t>54pt Intel Clear Pro</a:t>
            </a:r>
            <a:br>
              <a:rPr lang="en-US" dirty="0" smtClean="0"/>
            </a:br>
            <a:r>
              <a:rPr lang="en-US" dirty="0" smtClean="0"/>
              <a:t>blue section break</a:t>
            </a:r>
            <a:endParaRPr lang="en-US" dirty="0"/>
          </a:p>
        </p:txBody>
      </p:sp>
      <p:sp>
        <p:nvSpPr>
          <p:cNvPr id="3" name="Text Placeholder 2"/>
          <p:cNvSpPr>
            <a:spLocks noGrp="1"/>
          </p:cNvSpPr>
          <p:nvPr>
            <p:ph type="body" idx="1" hasCustomPrompt="1"/>
          </p:nvPr>
        </p:nvSpPr>
        <p:spPr>
          <a:xfrm>
            <a:off x="455613" y="3241150"/>
            <a:ext cx="7772400" cy="1125140"/>
          </a:xfrm>
        </p:spPr>
        <p:txBody>
          <a:bodyPr anchor="t" anchorCtr="0">
            <a:noAutofit/>
          </a:bodyPr>
          <a:lstStyle>
            <a:lvl1pPr marL="0" indent="0">
              <a:buNone/>
              <a:defRPr sz="1600" b="0" i="0" baseline="0">
                <a:solidFill>
                  <a:srgbClr val="F3D54E"/>
                </a:solidFill>
                <a:latin typeface="Intel Clear"/>
                <a:cs typeface="Intel Clear"/>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r>
              <a:rPr lang="en-US" dirty="0" smtClean="0"/>
              <a:t>16pt Intel Clear Subhead</a:t>
            </a:r>
            <a:endParaRPr lang="en-US" dirty="0"/>
          </a:p>
        </p:txBody>
      </p:sp>
    </p:spTree>
    <p:extLst/>
  </p:cSld>
  <p:clrMapOvr>
    <a:masterClrMapping/>
  </p:clrMapOvr>
  <p:timing>
    <p:tnLst>
      <p:par>
        <p:cTn id="1" dur="indefinite" restart="never" nodeType="tmRoot"/>
      </p:par>
    </p:tnLst>
  </p:timing>
  <p:hf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Hero Text">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455613" y="2234882"/>
            <a:ext cx="7772400" cy="1125140"/>
          </a:xfrm>
        </p:spPr>
        <p:txBody>
          <a:bodyPr anchor="t" anchorCtr="0">
            <a:noAutofit/>
          </a:bodyPr>
          <a:lstStyle>
            <a:lvl1pPr marL="0" indent="0">
              <a:buNone/>
              <a:defRPr sz="4000" b="0" baseline="0">
                <a:solidFill>
                  <a:schemeClr val="accent2"/>
                </a:solidFill>
                <a:latin typeface="Intel Clear Light" panose="020B0404020203020204" pitchFamily="34" charset="0"/>
                <a:ea typeface="Intel Clear Light" panose="020B0404020203020204" pitchFamily="34" charset="0"/>
                <a:cs typeface="Intel Clear Light" panose="020B0404020203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r>
              <a:rPr lang="en-US" dirty="0" smtClean="0"/>
              <a:t>40pt Intel Clear Light Body.</a:t>
            </a:r>
            <a:br>
              <a:rPr lang="en-US" dirty="0" smtClean="0"/>
            </a:br>
            <a:r>
              <a:rPr lang="en-US" dirty="0" smtClean="0"/>
              <a:t>For content that is not a section, but has a big idea in text only.</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EE2556C5-CE8C-6547-B838-EA80C61A4AF7}" type="slidenum">
              <a:rPr lang="en-US" smtClean="0"/>
              <a:pPr/>
              <a:t>‹#›</a:t>
            </a:fld>
            <a:endParaRPr lang="en-US" dirty="0"/>
          </a:p>
        </p:txBody>
      </p:sp>
      <p:sp>
        <p:nvSpPr>
          <p:cNvPr id="7" name="Title 1"/>
          <p:cNvSpPr>
            <a:spLocks noGrp="1"/>
          </p:cNvSpPr>
          <p:nvPr>
            <p:ph type="title" hasCustomPrompt="1"/>
          </p:nvPr>
        </p:nvSpPr>
        <p:spPr>
          <a:xfrm>
            <a:off x="455613" y="1101794"/>
            <a:ext cx="7772400" cy="1021556"/>
          </a:xfrm>
        </p:spPr>
        <p:txBody>
          <a:bodyPr anchor="b" anchorCtr="0">
            <a:noAutofit/>
          </a:bodyPr>
          <a:lstStyle>
            <a:lvl1pPr algn="l">
              <a:lnSpc>
                <a:spcPct val="80000"/>
              </a:lnSpc>
              <a:defRPr sz="4000" b="0" cap="none" spc="0" baseline="0">
                <a:solidFill>
                  <a:srgbClr val="003C7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dirty="0" smtClean="0"/>
              <a:t>40pt Intel Clear Heading</a:t>
            </a:r>
            <a:endParaRPr lang="en-US" dirty="0"/>
          </a:p>
        </p:txBody>
      </p:sp>
      <p:sp>
        <p:nvSpPr>
          <p:cNvPr id="5" name="Footer Placeholder 4"/>
          <p:cNvSpPr>
            <a:spLocks noGrp="1"/>
          </p:cNvSpPr>
          <p:nvPr>
            <p:ph type="ftr" sz="quarter" idx="3"/>
          </p:nvPr>
        </p:nvSpPr>
        <p:spPr>
          <a:xfrm>
            <a:off x="3124200" y="4876231"/>
            <a:ext cx="2895600" cy="250826"/>
          </a:xfrm>
          <a:prstGeom prst="rect">
            <a:avLst/>
          </a:prstGeom>
        </p:spPr>
        <p:txBody>
          <a:bodyPr vert="horz" lIns="91440" tIns="45720" rIns="91440" bIns="45720" rtlCol="0" anchor="ctr"/>
          <a:lstStyle>
            <a:lvl1pPr algn="ctr">
              <a:defRPr sz="800">
                <a:solidFill>
                  <a:schemeClr val="bg1"/>
                </a:solidFill>
                <a:latin typeface="+mn-lt"/>
              </a:defRPr>
            </a:lvl1pPr>
          </a:lstStyle>
          <a:p>
            <a:endParaRPr lang="en-US" dirty="0"/>
          </a:p>
        </p:txBody>
      </p:sp>
    </p:spTree>
    <p:extLst/>
  </p:cSld>
  <p:clrMapOvr>
    <a:masterClrMapping/>
  </p:clrMapOvr>
  <p:timing>
    <p:tnLst>
      <p:par>
        <p:cTn id="1" dur="indefinite" restart="never" nodeType="tmRoot"/>
      </p:par>
    </p:tnLst>
  </p:timing>
  <p:hf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Blue Section Break Image">
    <p:bg>
      <p:bgPr>
        <a:gradFill>
          <a:gsLst>
            <a:gs pos="0">
              <a:schemeClr val="tx2"/>
            </a:gs>
            <a:gs pos="50000">
              <a:schemeClr val="accent2"/>
            </a:gs>
          </a:gsLst>
          <a:lin ang="189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613" y="2260088"/>
            <a:ext cx="7772400" cy="1021556"/>
          </a:xfrm>
        </p:spPr>
        <p:txBody>
          <a:bodyPr anchor="b" anchorCtr="0">
            <a:noAutofit/>
          </a:bodyPr>
          <a:lstStyle>
            <a:lvl1pPr algn="l">
              <a:lnSpc>
                <a:spcPct val="80000"/>
              </a:lnSpc>
              <a:defRPr sz="5400" b="0" cap="none" spc="0" baseline="0">
                <a:solidFill>
                  <a:schemeClr val="bg1"/>
                </a:solidFill>
                <a:latin typeface="Intel Clear Pro" panose="020B0804020202060201" pitchFamily="34" charset="0"/>
                <a:cs typeface="Intel Clear Pro" panose="020B0804020202060201" pitchFamily="34" charset="0"/>
              </a:defRPr>
            </a:lvl1pPr>
          </a:lstStyle>
          <a:p>
            <a:r>
              <a:rPr lang="en-US" dirty="0" smtClean="0"/>
              <a:t>54pt Intel Clear Pro blue section</a:t>
            </a:r>
            <a:endParaRPr lang="en-US" dirty="0"/>
          </a:p>
        </p:txBody>
      </p:sp>
      <p:sp>
        <p:nvSpPr>
          <p:cNvPr id="3" name="Text Placeholder 2"/>
          <p:cNvSpPr>
            <a:spLocks noGrp="1"/>
          </p:cNvSpPr>
          <p:nvPr>
            <p:ph type="body" idx="1" hasCustomPrompt="1"/>
          </p:nvPr>
        </p:nvSpPr>
        <p:spPr>
          <a:xfrm>
            <a:off x="455613" y="3348787"/>
            <a:ext cx="7772400" cy="1125140"/>
          </a:xfrm>
        </p:spPr>
        <p:txBody>
          <a:bodyPr anchor="t" anchorCtr="0">
            <a:noAutofit/>
          </a:bodyPr>
          <a:lstStyle>
            <a:lvl1pPr marL="0" indent="0">
              <a:buNone/>
              <a:defRPr sz="1600" b="0" baseline="0">
                <a:solidFill>
                  <a:srgbClr val="F3D54E"/>
                </a:solidFill>
                <a:latin typeface="+mn-lt"/>
                <a:cs typeface="Intel Clear" panose="020B0604020203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r>
              <a:rPr lang="en-US" dirty="0" smtClean="0"/>
              <a:t>16pt Intel Clear Subhead</a:t>
            </a:r>
            <a:endParaRPr lang="en-US" dirty="0"/>
          </a:p>
        </p:txBody>
      </p:sp>
      <p:sp>
        <p:nvSpPr>
          <p:cNvPr id="5" name="Picture Placeholder 4"/>
          <p:cNvSpPr>
            <a:spLocks noGrp="1"/>
          </p:cNvSpPr>
          <p:nvPr>
            <p:ph type="pic" sz="quarter" idx="13" hasCustomPrompt="1"/>
          </p:nvPr>
        </p:nvSpPr>
        <p:spPr>
          <a:xfrm>
            <a:off x="0" y="1"/>
            <a:ext cx="9144000" cy="2574131"/>
          </a:xfrm>
          <a:solidFill>
            <a:schemeClr val="bg2">
              <a:lumMod val="60000"/>
              <a:lumOff val="40000"/>
            </a:schemeClr>
          </a:solidFill>
        </p:spPr>
        <p:txBody>
          <a:bodyPr/>
          <a:lstStyle>
            <a:lvl1pPr>
              <a:defRPr baseline="0">
                <a:solidFill>
                  <a:srgbClr val="0071C5"/>
                </a:solidFill>
              </a:defRPr>
            </a:lvl1pPr>
          </a:lstStyle>
          <a:p>
            <a:r>
              <a:rPr lang="en-US" dirty="0" smtClean="0"/>
              <a:t>Insert photo here. Drag picture to placeholder or click icon to add.</a:t>
            </a:r>
            <a:endParaRPr lang="en-US" dirty="0"/>
          </a:p>
        </p:txBody>
      </p:sp>
    </p:spTree>
    <p:extLst/>
  </p:cSld>
  <p:clrMapOvr>
    <a:masterClrMapping/>
  </p:clrMapOvr>
  <p:timing>
    <p:tnLst>
      <p:par>
        <p:cTn id="1" dur="indefinite" restart="never" nodeType="tmRoot"/>
      </p:par>
    </p:tnLst>
  </p:timing>
  <p:hf hdr="0" ftr="0" dt="0"/>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EE2556C5-CE8C-6547-B838-EA80C61A4AF7}" type="slidenum">
              <a:rPr lang="en-US" smtClean="0"/>
              <a:pPr/>
              <a:t>‹#›</a:t>
            </a:fld>
            <a:endParaRPr lang="en-US" dirty="0"/>
          </a:p>
        </p:txBody>
      </p:sp>
      <p:sp>
        <p:nvSpPr>
          <p:cNvPr id="7" name="Footer Placeholder 4"/>
          <p:cNvSpPr>
            <a:spLocks noGrp="1"/>
          </p:cNvSpPr>
          <p:nvPr>
            <p:ph type="ftr" sz="quarter" idx="3"/>
          </p:nvPr>
        </p:nvSpPr>
        <p:spPr>
          <a:xfrm>
            <a:off x="3124200" y="4876231"/>
            <a:ext cx="2895600" cy="250826"/>
          </a:xfrm>
          <a:prstGeom prst="rect">
            <a:avLst/>
          </a:prstGeom>
        </p:spPr>
        <p:txBody>
          <a:bodyPr vert="horz" lIns="91440" tIns="45720" rIns="91440" bIns="45720" rtlCol="0" anchor="ctr"/>
          <a:lstStyle>
            <a:lvl1pPr algn="ctr">
              <a:defRPr sz="800">
                <a:solidFill>
                  <a:schemeClr val="bg1"/>
                </a:solidFill>
                <a:latin typeface="+mn-lt"/>
              </a:defRPr>
            </a:lvl1pPr>
          </a:lstStyle>
          <a:p>
            <a:endParaRPr lang="en-US" dirty="0"/>
          </a:p>
        </p:txBody>
      </p:sp>
      <p:sp>
        <p:nvSpPr>
          <p:cNvPr id="3" name="Title 2"/>
          <p:cNvSpPr>
            <a:spLocks noGrp="1"/>
          </p:cNvSpPr>
          <p:nvPr>
            <p:ph type="title"/>
          </p:nvPr>
        </p:nvSpPr>
        <p:spPr/>
        <p:txBody>
          <a:bodyPr/>
          <a:lstStyle/>
          <a:p>
            <a:r>
              <a:rPr lang="en-US" smtClean="0"/>
              <a:t>Click to edit Master title style</a:t>
            </a:r>
            <a:endParaRPr lang="en-US"/>
          </a:p>
        </p:txBody>
      </p:sp>
    </p:spTree>
    <p:extLst/>
  </p:cSld>
  <p:clrMapOvr>
    <a:masterClrMapping/>
  </p:clrMapOvr>
  <p:timing>
    <p:tnLst>
      <p:par>
        <p:cTn id="1" dur="indefinite" restart="never" nodeType="tmRoot"/>
      </p:par>
    </p:tnLst>
  </p:timing>
  <p:hf hdr="0" ftr="0" dt="0"/>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3124200" y="4842365"/>
            <a:ext cx="2895600" cy="250826"/>
          </a:xfrm>
        </p:spPr>
        <p:txBody>
          <a:bodyPr/>
          <a:lstStyle/>
          <a:p>
            <a:endParaRPr lang="en-US" dirty="0"/>
          </a:p>
        </p:txBody>
      </p:sp>
      <p:sp>
        <p:nvSpPr>
          <p:cNvPr id="4" name="Slide Number Placeholder 3"/>
          <p:cNvSpPr>
            <a:spLocks noGrp="1"/>
          </p:cNvSpPr>
          <p:nvPr>
            <p:ph type="sldNum" sz="quarter" idx="12"/>
          </p:nvPr>
        </p:nvSpPr>
        <p:spPr>
          <a:xfrm>
            <a:off x="8743950" y="4779605"/>
            <a:ext cx="262001" cy="247085"/>
          </a:xfrm>
        </p:spPr>
        <p:txBody>
          <a:bodyPr/>
          <a:lstStyle/>
          <a:p>
            <a:fld id="{EE2556C5-CE8C-6547-B838-EA80C61A4AF7}" type="slidenum">
              <a:rPr lang="en-US" smtClean="0"/>
              <a:pPr/>
              <a:t>‹#›</a:t>
            </a:fld>
            <a:endParaRPr lang="en-US" dirty="0"/>
          </a:p>
        </p:txBody>
      </p:sp>
      <p:sp>
        <p:nvSpPr>
          <p:cNvPr id="5" name="Shape 210"/>
          <p:cNvSpPr/>
          <p:nvPr userDrawn="1"/>
        </p:nvSpPr>
        <p:spPr>
          <a:xfrm>
            <a:off x="6096000" y="0"/>
            <a:ext cx="3048000" cy="118200"/>
          </a:xfrm>
          <a:prstGeom prst="rect">
            <a:avLst/>
          </a:prstGeom>
          <a:solidFill>
            <a:srgbClr val="EF396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6" name="Shape 212"/>
          <p:cNvSpPr/>
          <p:nvPr userDrawn="1"/>
        </p:nvSpPr>
        <p:spPr>
          <a:xfrm>
            <a:off x="3048000" y="0"/>
            <a:ext cx="3048000" cy="118200"/>
          </a:xfrm>
          <a:prstGeom prst="rect">
            <a:avLst/>
          </a:prstGeom>
          <a:solidFill>
            <a:srgbClr val="ED0096"/>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7" name="Shape 213"/>
          <p:cNvSpPr/>
          <p:nvPr userDrawn="1"/>
        </p:nvSpPr>
        <p:spPr>
          <a:xfrm>
            <a:off x="0" y="0"/>
            <a:ext cx="3048000" cy="118200"/>
          </a:xfrm>
          <a:prstGeom prst="rect">
            <a:avLst/>
          </a:prstGeom>
          <a:solidFill>
            <a:srgbClr val="3A9ED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pic>
        <p:nvPicPr>
          <p:cNvPr id="8" name="Shape 214"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
        <p:nvSpPr>
          <p:cNvPr id="9" name="Shape 215"/>
          <p:cNvSpPr txBox="1">
            <a:spLocks/>
          </p:cNvSpPr>
          <p:nvPr userDrawn="1"/>
        </p:nvSpPr>
        <p:spPr>
          <a:xfrm>
            <a:off x="1038875" y="874125"/>
            <a:ext cx="6703800" cy="842700"/>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3600" smtClean="0">
                <a:solidFill>
                  <a:srgbClr val="3A9ED9"/>
                </a:solidFill>
                <a:latin typeface="Source Code Pro"/>
                <a:ea typeface="Source Code Pro"/>
                <a:cs typeface="Source Code Pro"/>
                <a:sym typeface="Source Code Pro"/>
              </a:rPr>
              <a:t>/ headline goes here /</a:t>
            </a:r>
            <a:endParaRPr lang="en" sz="3600">
              <a:solidFill>
                <a:srgbClr val="3A9ED9"/>
              </a:solidFill>
              <a:latin typeface="Source Code Pro"/>
              <a:ea typeface="Source Code Pro"/>
              <a:cs typeface="Source Code Pro"/>
              <a:sym typeface="Source Code Pro"/>
            </a:endParaRPr>
          </a:p>
        </p:txBody>
      </p:sp>
      <p:sp>
        <p:nvSpPr>
          <p:cNvPr id="10" name="Shape 216"/>
          <p:cNvSpPr txBox="1">
            <a:spLocks/>
          </p:cNvSpPr>
          <p:nvPr userDrawn="1"/>
        </p:nvSpPr>
        <p:spPr>
          <a:xfrm>
            <a:off x="1038875" y="1951700"/>
            <a:ext cx="6703800" cy="22817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2400" smtClean="0">
                <a:solidFill>
                  <a:schemeClr val="lt1"/>
                </a:solidFill>
                <a:latin typeface="Source Code Pro"/>
                <a:ea typeface="Source Code Pro"/>
                <a:cs typeface="Source Code Pro"/>
                <a:sym typeface="Source Code Pro"/>
              </a:rPr>
              <a:t>Curabitur blandit tempus porttitor. Donec id elit non mi porta gravida at eget metus ipsum lorem. Cras mattis consectetur purus sit amet fermentum lorem ipsum dolor.</a:t>
            </a:r>
            <a:endParaRPr lang="en" sz="2400">
              <a:solidFill>
                <a:schemeClr val="lt1"/>
              </a:solidFill>
              <a:latin typeface="Source Code Pro"/>
              <a:ea typeface="Source Code Pro"/>
              <a:cs typeface="Source Code Pro"/>
              <a:sym typeface="Source Code Pro"/>
            </a:endParaRPr>
          </a:p>
        </p:txBody>
      </p:sp>
    </p:spTree>
    <p:extLst/>
  </p:cSld>
  <p:clrMapOvr>
    <a:masterClrMapping/>
  </p:clrMapOvr>
  <p:timing>
    <p:tnLst>
      <p:par>
        <p:cTn id="1" dur="indefinite" restart="never" nodeType="tmRoot"/>
      </p:par>
    </p:tnLst>
  </p:timing>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type="blank" preserve="1">
  <p:cSld name="Back Cover Radial Gradi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6" descr="StackedISWhite.png"/>
          <p:cNvPicPr>
            <a:picLocks noChangeAspect="1"/>
          </p:cNvPicPr>
          <p:nvPr/>
        </p:nvPicPr>
        <p:blipFill>
          <a:blip r:embed="rId3"/>
          <a:stretch>
            <a:fillRect/>
          </a:stretch>
        </p:blipFill>
        <p:spPr>
          <a:xfrm>
            <a:off x="3488733" y="1881408"/>
            <a:ext cx="2085275" cy="1960738"/>
          </a:xfrm>
          <a:prstGeom prst="rect">
            <a:avLst/>
          </a:prstGeom>
        </p:spPr>
      </p:pic>
    </p:spTree>
    <p:extLst/>
  </p:cSld>
  <p:clrMapOvr>
    <a:masterClrMapping/>
  </p:clrMapOvr>
  <p:timing>
    <p:tnLst>
      <p:par>
        <p:cTn id="1" dur="indefinite" restart="never" nodeType="tmRoot"/>
      </p:par>
    </p:tnLst>
  </p:timing>
  <p:hf hdr="0" ftr="0" dt="0"/>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p:cSld name="2_Title Slide with Photo">
    <p:bg>
      <p:bgPr>
        <a:gradFill>
          <a:gsLst>
            <a:gs pos="0">
              <a:schemeClr val="tx2"/>
            </a:gs>
            <a:gs pos="50000">
              <a:schemeClr val="accent2"/>
            </a:gs>
          </a:gsLst>
          <a:lin ang="18900000" scaled="1"/>
        </a:gradFill>
        <a:effectLst/>
      </p:bgPr>
    </p:bg>
    <p:spTree>
      <p:nvGrpSpPr>
        <p:cNvPr id="1" name=""/>
        <p:cNvGrpSpPr/>
        <p:nvPr/>
      </p:nvGrpSpPr>
      <p:grpSpPr>
        <a:xfrm>
          <a:off x="0" y="0"/>
          <a:ext cx="0" cy="0"/>
          <a:chOff x="0" y="0"/>
          <a:chExt cx="0" cy="0"/>
        </a:xfrm>
      </p:grpSpPr>
      <p:sp>
        <p:nvSpPr>
          <p:cNvPr id="10" name="Rectangle 9"/>
          <p:cNvSpPr/>
          <p:nvPr/>
        </p:nvSpPr>
        <p:spPr>
          <a:xfrm>
            <a:off x="0" y="0"/>
            <a:ext cx="9144000" cy="4768850"/>
          </a:xfrm>
          <a:prstGeom prst="rect">
            <a:avLst/>
          </a:prstGeom>
          <a:solidFill>
            <a:srgbClr val="0071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071C5"/>
              </a:solidFill>
            </a:endParaRPr>
          </a:p>
        </p:txBody>
      </p:sp>
      <p:pic>
        <p:nvPicPr>
          <p:cNvPr id="5" name="Picture 4" descr="StackedISWhite.png"/>
          <p:cNvPicPr>
            <a:picLocks noChangeAspect="1"/>
          </p:cNvPicPr>
          <p:nvPr/>
        </p:nvPicPr>
        <p:blipFill>
          <a:blip r:embed="rId2"/>
          <a:stretch>
            <a:fillRect/>
          </a:stretch>
        </p:blipFill>
        <p:spPr>
          <a:xfrm>
            <a:off x="3488733" y="1881408"/>
            <a:ext cx="2085275" cy="1960738"/>
          </a:xfrm>
          <a:prstGeom prst="rect">
            <a:avLst/>
          </a:prstGeom>
        </p:spPr>
      </p:pic>
    </p:spTree>
    <p:extLst/>
  </p:cSld>
  <p:clrMapOvr>
    <a:masterClrMapping/>
  </p:clrMapOvr>
  <p:timing>
    <p:tnLst>
      <p:par>
        <p:cTn id="1" dur="indefinite" restart="never" nodeType="tmRoot"/>
      </p:par>
    </p:tnLst>
  </p:timing>
  <p:hf hdr="0" ftr="0" dt="0"/>
</p:sldLayout>
</file>

<file path=ppt/slideLayouts/slideLayout44.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smtClean="0"/>
              <a:t>Click to edit Master title style</a:t>
            </a:r>
            <a:endParaRPr lang="en-US"/>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US"/>
          </a:p>
        </p:txBody>
      </p:sp>
      <p:sp>
        <p:nvSpPr>
          <p:cNvPr id="4" name="Date Placeholder 3"/>
          <p:cNvSpPr>
            <a:spLocks noGrp="1"/>
          </p:cNvSpPr>
          <p:nvPr>
            <p:ph type="dt" sz="half" idx="10"/>
          </p:nvPr>
        </p:nvSpPr>
        <p:spPr>
          <a:xfrm>
            <a:off x="628650" y="4767263"/>
            <a:ext cx="2057400" cy="273844"/>
          </a:xfrm>
          <a:prstGeom prst="rect">
            <a:avLst/>
          </a:prstGeom>
        </p:spPr>
        <p:txBody>
          <a:bodyPr/>
          <a:lstStyle/>
          <a:p>
            <a:fld id="{5695EFAE-97D9-482A-8603-BDA4FE5A83E6}" type="datetimeFigureOut">
              <a:rPr lang="en-US" smtClean="0"/>
              <a:t>8/25/2017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15E00A-457A-4DC3-AA03-374ABBD35A5E}" type="slidenum">
              <a:rPr lang="en-US" smtClean="0"/>
              <a:t>‹#›</a:t>
            </a:fld>
            <a:endParaRPr lang="en-US"/>
          </a:p>
        </p:txBody>
      </p:sp>
    </p:spTree>
    <p:extLst/>
  </p:cSld>
  <p:clrMapOvr>
    <a:masterClrMapping/>
  </p:clrMapOvr>
  <p:hf hdr="0" ftr="0" dt="0"/>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1_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1849818932"/>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theme" Target="../theme/theme2.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slideLayout" Target="../slideLayouts/slideLayout39.xml"/><Relationship Id="rId18" Type="http://schemas.openxmlformats.org/officeDocument/2006/relationships/slideLayout" Target="../slideLayouts/slideLayout44.xml"/><Relationship Id="rId3" Type="http://schemas.openxmlformats.org/officeDocument/2006/relationships/slideLayout" Target="../slideLayouts/slideLayout29.xml"/><Relationship Id="rId21" Type="http://schemas.openxmlformats.org/officeDocument/2006/relationships/image" Target="../media/image4.png"/><Relationship Id="rId7" Type="http://schemas.openxmlformats.org/officeDocument/2006/relationships/slideLayout" Target="../slideLayouts/slideLayout33.xml"/><Relationship Id="rId12" Type="http://schemas.openxmlformats.org/officeDocument/2006/relationships/slideLayout" Target="../slideLayouts/slideLayout38.xml"/><Relationship Id="rId17" Type="http://schemas.openxmlformats.org/officeDocument/2006/relationships/slideLayout" Target="../slideLayouts/slideLayout43.xml"/><Relationship Id="rId2" Type="http://schemas.openxmlformats.org/officeDocument/2006/relationships/slideLayout" Target="../slideLayouts/slideLayout28.xml"/><Relationship Id="rId16" Type="http://schemas.openxmlformats.org/officeDocument/2006/relationships/slideLayout" Target="../slideLayouts/slideLayout42.xml"/><Relationship Id="rId20" Type="http://schemas.openxmlformats.org/officeDocument/2006/relationships/theme" Target="../theme/theme3.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5" Type="http://schemas.openxmlformats.org/officeDocument/2006/relationships/slideLayout" Target="../slideLayouts/slideLayout41.xml"/><Relationship Id="rId10" Type="http://schemas.openxmlformats.org/officeDocument/2006/relationships/slideLayout" Target="../slideLayouts/slideLayout36.xml"/><Relationship Id="rId19" Type="http://schemas.openxmlformats.org/officeDocument/2006/relationships/slideLayout" Target="../slideLayouts/slideLayout45.xml"/><Relationship Id="rId4" Type="http://schemas.openxmlformats.org/officeDocument/2006/relationships/slideLayout" Target="../slideLayouts/slideLayout30.xml"/><Relationship Id="rId9" Type="http://schemas.openxmlformats.org/officeDocument/2006/relationships/slideLayout" Target="../slideLayouts/slideLayout35.xml"/><Relationship Id="rId14" Type="http://schemas.openxmlformats.org/officeDocument/2006/relationships/slideLayout" Target="../slideLayouts/slideLayout4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Shape 5"/>
        <p:cNvGrpSpPr/>
        <p:nvPr/>
      </p:nvGrpSpPr>
      <p:grpSpPr>
        <a:xfrm>
          <a:off x="0" y="0"/>
          <a:ext cx="0" cy="0"/>
          <a:chOff x="0" y="0"/>
          <a:chExt cx="0" cy="0"/>
        </a:xfrm>
      </p:grpSpPr>
    </p:spTree>
    <p:extLst>
      <p:ext uri="{BB962C8B-B14F-4D97-AF65-F5344CB8AC3E}">
        <p14:creationId xmlns:p14="http://schemas.microsoft.com/office/powerpoint/2010/main" val="562381577"/>
      </p:ext>
    </p:extLst>
  </p:cSld>
  <p:clrMap bg1="lt1" tx1="dk1" bg2="dk2" tx2="lt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 id="2147483691" r:id="rId12"/>
    <p:sldLayoutId id="2147483692" r:id="rId13"/>
    <p:sldLayoutId id="2147483693" r:id="rId14"/>
    <p:sldLayoutId id="2147483706" r:id="rId15"/>
  </p:sldLayoutIdLst>
  <p:timing>
    <p:tnLst>
      <p:par>
        <p:cTn id="1" dur="indefinite" restart="never" nodeType="tmRoot"/>
      </p:par>
    </p:tnLst>
  </p:timing>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4638"/>
            <a:ext cx="7886700" cy="993775"/>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28650" y="1370013"/>
            <a:ext cx="7886700" cy="3262312"/>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28650" y="4767263"/>
            <a:ext cx="2057400" cy="274637"/>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028950" y="4767263"/>
            <a:ext cx="3086100" cy="274637"/>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47672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BDF01D69-A501-704B-80CB-1B3152437FD0}" type="slidenum">
              <a:rPr lang="en-US" smtClean="0"/>
              <a:t>‹#›</a:t>
            </a:fld>
            <a:endParaRPr lang="en-US"/>
          </a:p>
        </p:txBody>
      </p:sp>
    </p:spTree>
    <p:extLst>
      <p:ext uri="{BB962C8B-B14F-4D97-AF65-F5344CB8AC3E}">
        <p14:creationId xmlns:p14="http://schemas.microsoft.com/office/powerpoint/2010/main" val="1351141684"/>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4766102"/>
            <a:ext cx="9144000" cy="384048"/>
          </a:xfrm>
          <a:prstGeom prst="rect">
            <a:avLst/>
          </a:prstGeom>
          <a:gradFill flip="none" rotWithShape="1">
            <a:gsLst>
              <a:gs pos="0">
                <a:schemeClr val="tx2"/>
              </a:gs>
              <a:gs pos="50000">
                <a:schemeClr val="accent2"/>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itle Placeholder 1"/>
          <p:cNvSpPr>
            <a:spLocks noGrp="1"/>
          </p:cNvSpPr>
          <p:nvPr>
            <p:ph type="title"/>
          </p:nvPr>
        </p:nvSpPr>
        <p:spPr>
          <a:xfrm>
            <a:off x="455613" y="310130"/>
            <a:ext cx="8229600" cy="868680"/>
          </a:xfrm>
          <a:prstGeom prst="rect">
            <a:avLst/>
          </a:prstGeom>
        </p:spPr>
        <p:txBody>
          <a:bodyPr vert="horz" lIns="0" tIns="0" rIns="0" bIns="0" rtlCol="0" anchor="t" anchorCtr="0">
            <a:noAutofit/>
          </a:bodyPr>
          <a:lstStyle/>
          <a:p>
            <a:r>
              <a:rPr lang="en-US" dirty="0" smtClean="0"/>
              <a:t>28pt Intel Clear Headline</a:t>
            </a:r>
            <a:endParaRPr lang="en-US" dirty="0"/>
          </a:p>
        </p:txBody>
      </p:sp>
      <p:sp>
        <p:nvSpPr>
          <p:cNvPr id="3" name="Text Placeholder 2"/>
          <p:cNvSpPr>
            <a:spLocks noGrp="1"/>
          </p:cNvSpPr>
          <p:nvPr>
            <p:ph type="body" idx="1"/>
          </p:nvPr>
        </p:nvSpPr>
        <p:spPr>
          <a:xfrm>
            <a:off x="455613" y="1203325"/>
            <a:ext cx="8228012" cy="3425825"/>
          </a:xfrm>
          <a:prstGeom prst="rect">
            <a:avLst/>
          </a:prstGeom>
        </p:spPr>
        <p:txBody>
          <a:bodyPr vert="horz" lIns="0" tIns="0" rIns="0" bIns="0" rtlCol="0">
            <a:noAutofit/>
          </a:bodyPr>
          <a:lstStyle/>
          <a:p>
            <a:pPr lvl="0"/>
            <a:r>
              <a:rPr lang="en-US" dirty="0" smtClean="0"/>
              <a:t>18pt Intel Clear body text</a:t>
            </a:r>
          </a:p>
          <a:p>
            <a:pPr lvl="1"/>
            <a:r>
              <a:rPr lang="en-US" dirty="0" smtClean="0"/>
              <a:t>16pt Intel Clear bullet one</a:t>
            </a:r>
          </a:p>
          <a:p>
            <a:pPr lvl="2"/>
            <a:r>
              <a:rPr lang="en-US" dirty="0" smtClean="0"/>
              <a:t>16pt Intel Clear sub-bullet</a:t>
            </a:r>
          </a:p>
          <a:p>
            <a:pPr lvl="3"/>
            <a:r>
              <a:rPr lang="en-US" dirty="0" err="1" smtClean="0"/>
              <a:t>14pt</a:t>
            </a:r>
            <a:r>
              <a:rPr lang="en-US" dirty="0" smtClean="0"/>
              <a:t> Intel Clear fourth level</a:t>
            </a:r>
          </a:p>
          <a:p>
            <a:pPr lvl="4"/>
            <a:r>
              <a:rPr lang="en-US" dirty="0" err="1" smtClean="0"/>
              <a:t>14pt</a:t>
            </a:r>
            <a:r>
              <a:rPr lang="en-US" dirty="0" smtClean="0"/>
              <a:t> Intel Clear fifth level</a:t>
            </a:r>
            <a:endParaRPr lang="en-US" dirty="0"/>
          </a:p>
        </p:txBody>
      </p:sp>
      <p:sp>
        <p:nvSpPr>
          <p:cNvPr id="5" name="Footer Placeholder 4"/>
          <p:cNvSpPr>
            <a:spLocks noGrp="1"/>
          </p:cNvSpPr>
          <p:nvPr>
            <p:ph type="ftr" sz="quarter" idx="3"/>
          </p:nvPr>
        </p:nvSpPr>
        <p:spPr>
          <a:xfrm>
            <a:off x="3124200" y="4876231"/>
            <a:ext cx="2895600" cy="250826"/>
          </a:xfrm>
          <a:prstGeom prst="rect">
            <a:avLst/>
          </a:prstGeom>
        </p:spPr>
        <p:txBody>
          <a:bodyPr vert="horz" lIns="91440" tIns="45720" rIns="91440" bIns="45720" rtlCol="0" anchor="ctr"/>
          <a:lstStyle>
            <a:lvl1pPr algn="ctr">
              <a:defRPr sz="800">
                <a:solidFill>
                  <a:schemeClr val="bg1"/>
                </a:solidFill>
                <a:latin typeface="+mn-lt"/>
              </a:defRPr>
            </a:lvl1pPr>
          </a:lstStyle>
          <a:p>
            <a:endParaRPr lang="en-US" dirty="0"/>
          </a:p>
        </p:txBody>
      </p:sp>
      <p:sp>
        <p:nvSpPr>
          <p:cNvPr id="6" name="Slide Number Placeholder 5"/>
          <p:cNvSpPr>
            <a:spLocks noGrp="1"/>
          </p:cNvSpPr>
          <p:nvPr>
            <p:ph type="sldNum" sz="quarter" idx="4"/>
          </p:nvPr>
        </p:nvSpPr>
        <p:spPr>
          <a:xfrm>
            <a:off x="8743950" y="4813471"/>
            <a:ext cx="262001" cy="247085"/>
          </a:xfrm>
          <a:prstGeom prst="rect">
            <a:avLst/>
          </a:prstGeom>
        </p:spPr>
        <p:txBody>
          <a:bodyPr vert="horz" lIns="0" tIns="0" rIns="0" bIns="0" rtlCol="0" anchor="ctr"/>
          <a:lstStyle>
            <a:lvl1pPr algn="r">
              <a:defRPr sz="800">
                <a:solidFill>
                  <a:schemeClr val="bg1"/>
                </a:solidFill>
                <a:latin typeface="+mn-lt"/>
                <a:cs typeface="Intel Clear Light" panose="020B0404020203020204" pitchFamily="34" charset="0"/>
              </a:defRPr>
            </a:lvl1pPr>
          </a:lstStyle>
          <a:p>
            <a:fld id="{EE2556C5-CE8C-6547-B838-EA80C61A4AF7}" type="slidenum">
              <a:rPr lang="en-US" smtClean="0"/>
              <a:pPr/>
              <a:t>‹#›</a:t>
            </a:fld>
            <a:endParaRPr lang="en-US" dirty="0"/>
          </a:p>
        </p:txBody>
      </p:sp>
      <p:pic>
        <p:nvPicPr>
          <p:cNvPr id="16" name="Picture 15" descr="StackedISWhite.png"/>
          <p:cNvPicPr>
            <a:picLocks noChangeAspect="1"/>
          </p:cNvPicPr>
          <p:nvPr/>
        </p:nvPicPr>
        <p:blipFill>
          <a:blip r:embed="rId21"/>
          <a:stretch>
            <a:fillRect/>
          </a:stretch>
        </p:blipFill>
        <p:spPr>
          <a:xfrm>
            <a:off x="8294375" y="4805888"/>
            <a:ext cx="314741" cy="295944"/>
          </a:xfrm>
          <a:prstGeom prst="rect">
            <a:avLst/>
          </a:prstGeom>
        </p:spPr>
      </p:pic>
      <p:cxnSp>
        <p:nvCxnSpPr>
          <p:cNvPr id="37" name="Straight Connector 36"/>
          <p:cNvCxnSpPr/>
          <p:nvPr/>
        </p:nvCxnSpPr>
        <p:spPr>
          <a:xfrm rot="5400000">
            <a:off x="8588375" y="4956176"/>
            <a:ext cx="285753" cy="1"/>
          </a:xfrm>
          <a:prstGeom prst="line">
            <a:avLst/>
          </a:prstGeom>
          <a:ln w="9525" cap="flat" cmpd="sng" algn="ctr">
            <a:solidFill>
              <a:schemeClr val="bg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82487975"/>
      </p:ext>
    </p:extLst>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 id="2147483719" r:id="rId12"/>
    <p:sldLayoutId id="2147483720" r:id="rId13"/>
    <p:sldLayoutId id="2147483721" r:id="rId14"/>
    <p:sldLayoutId id="2147483722" r:id="rId15"/>
    <p:sldLayoutId id="2147483723" r:id="rId16"/>
    <p:sldLayoutId id="2147483724" r:id="rId17"/>
    <p:sldLayoutId id="2147483725" r:id="rId18"/>
    <p:sldLayoutId id="2147483726" r:id="rId19"/>
  </p:sldLayoutIdLst>
  <p:timing>
    <p:tnLst>
      <p:par>
        <p:cTn id="1" dur="indefinite" restart="never" nodeType="tmRoot"/>
      </p:par>
    </p:tnLst>
  </p:timing>
  <p:hf hdr="0" ftr="0" dt="0"/>
  <p:txStyles>
    <p:titleStyle>
      <a:lvl1pPr algn="l" defTabSz="457200" rtl="0" eaLnBrk="1" latinLnBrk="0" hangingPunct="1">
        <a:lnSpc>
          <a:spcPct val="100000"/>
        </a:lnSpc>
        <a:spcBef>
          <a:spcPct val="0"/>
        </a:spcBef>
        <a:buNone/>
        <a:defRPr sz="2800" b="0" i="0" kern="1200" spc="0" baseline="0">
          <a:solidFill>
            <a:srgbClr val="003C71"/>
          </a:solidFill>
          <a:latin typeface="Intel Clear"/>
          <a:ea typeface="Intel Clear Light" panose="020B0404020203020204" pitchFamily="34" charset="0"/>
          <a:cs typeface="Intel Clear"/>
        </a:defRPr>
      </a:lvl1pPr>
    </p:titleStyle>
    <p:bodyStyle>
      <a:lvl1pPr marL="0" indent="0" algn="l" defTabSz="457200" rtl="0" eaLnBrk="1" latinLnBrk="0" hangingPunct="1">
        <a:spcBef>
          <a:spcPts val="1200"/>
        </a:spcBef>
        <a:spcAft>
          <a:spcPts val="0"/>
        </a:spcAft>
        <a:buFont typeface="Wingdings" panose="05000000000000000000" pitchFamily="2" charset="2"/>
        <a:buNone/>
        <a:defRPr sz="1800" b="0" kern="1200">
          <a:solidFill>
            <a:srgbClr val="0071C5"/>
          </a:solidFill>
          <a:latin typeface="+mn-lt"/>
          <a:ea typeface="+mn-ea"/>
          <a:cs typeface="Intel Clear" panose="020B0604020203020204" pitchFamily="34" charset="0"/>
        </a:defRPr>
      </a:lvl1pPr>
      <a:lvl2pPr marL="225425" indent="-225425" algn="l" defTabSz="457200" rtl="0" eaLnBrk="1" latinLnBrk="0" hangingPunct="1">
        <a:spcBef>
          <a:spcPts val="1200"/>
        </a:spcBef>
        <a:buFont typeface="Wingdings" charset="2"/>
        <a:buChar char="§"/>
        <a:defRPr sz="1600" kern="1200" baseline="0">
          <a:solidFill>
            <a:srgbClr val="003C71"/>
          </a:solidFill>
          <a:latin typeface="+mn-lt"/>
          <a:ea typeface="+mn-ea"/>
          <a:cs typeface="Intel Clear" panose="020B0604020203020204" pitchFamily="34" charset="0"/>
        </a:defRPr>
      </a:lvl2pPr>
      <a:lvl3pPr marL="571500" indent="-228600" algn="l" defTabSz="457200" rtl="0" eaLnBrk="1" latinLnBrk="0" hangingPunct="1">
        <a:spcBef>
          <a:spcPts val="800"/>
        </a:spcBef>
        <a:buFont typeface="Intel Clear" panose="020B0604020203020204" pitchFamily="34" charset="0"/>
        <a:buChar char="–"/>
        <a:defRPr sz="1600" kern="1200">
          <a:solidFill>
            <a:srgbClr val="003C71"/>
          </a:solidFill>
          <a:latin typeface="+mn-lt"/>
          <a:ea typeface="+mn-ea"/>
          <a:cs typeface="Intel Clear" panose="020B0604020203020204" pitchFamily="34" charset="0"/>
        </a:defRPr>
      </a:lvl3pPr>
      <a:lvl4pPr marL="969963" indent="-228600" algn="l" defTabSz="457200" rtl="0" eaLnBrk="1" latinLnBrk="0" hangingPunct="1">
        <a:spcBef>
          <a:spcPct val="20000"/>
        </a:spcBef>
        <a:buFont typeface="Arial"/>
        <a:buChar char="–"/>
        <a:defRPr sz="1400" kern="1200">
          <a:solidFill>
            <a:srgbClr val="003C71"/>
          </a:solidFill>
          <a:latin typeface="+mn-lt"/>
          <a:ea typeface="+mn-ea"/>
          <a:cs typeface="Intel Clear" panose="020B0604020203020204" pitchFamily="34" charset="0"/>
        </a:defRPr>
      </a:lvl4pPr>
      <a:lvl5pPr marL="1319213" indent="-228600" algn="l" defTabSz="457200" rtl="0" eaLnBrk="1" latinLnBrk="0" hangingPunct="1">
        <a:spcBef>
          <a:spcPct val="20000"/>
        </a:spcBef>
        <a:buFont typeface="Intel Clear" panose="020B0604020203020204" pitchFamily="34" charset="0"/>
        <a:buChar char="–"/>
        <a:defRPr sz="1400" kern="1200">
          <a:solidFill>
            <a:srgbClr val="003C71"/>
          </a:solidFill>
          <a:latin typeface="+mn-lt"/>
          <a:ea typeface="+mn-ea"/>
          <a:cs typeface="Intel Clear" panose="020B060402020302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7.xml"/></Relationships>
</file>

<file path=ppt/slides/_rels/slide2.xml.rels><?xml version="1.0" encoding="UTF-8" standalone="yes"?>
<Relationships xmlns="http://schemas.openxmlformats.org/package/2006/relationships"><Relationship Id="rId3" Type="http://schemas.openxmlformats.org/officeDocument/2006/relationships/hyperlink" Target="https://software.intel.com/en-us/articles/intel-sample-source-code-license-agreement" TargetMode="External"/><Relationship Id="rId2" Type="http://schemas.openxmlformats.org/officeDocument/2006/relationships/hyperlink" Target="http://www.intel.com/" TargetMode="External"/><Relationship Id="rId1" Type="http://schemas.openxmlformats.org/officeDocument/2006/relationships/slideLayout" Target="../slideLayouts/slideLayout2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5.xml"/></Relationships>
</file>

<file path=ppt/slides/_rels/slide4.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3.xml"/><Relationship Id="rId1" Type="http://schemas.openxmlformats.org/officeDocument/2006/relationships/slideLayout" Target="../slideLayouts/slideLayout45.xml"/></Relationships>
</file>

<file path=ppt/slides/_rels/slide5.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4.xml"/><Relationship Id="rId1" Type="http://schemas.openxmlformats.org/officeDocument/2006/relationships/slideLayout" Target="../slideLayouts/slideLayout45.xml"/><Relationship Id="rId4" Type="http://schemas.openxmlformats.org/officeDocument/2006/relationships/image" Target="../media/image9.jpg"/></Relationships>
</file>

<file path=ppt/slides/_rels/slide6.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5.xml"/><Relationship Id="rId1" Type="http://schemas.openxmlformats.org/officeDocument/2006/relationships/slideLayout" Target="../slideLayouts/slideLayout45.xml"/><Relationship Id="rId4" Type="http://schemas.openxmlformats.org/officeDocument/2006/relationships/image" Target="../media/image10.jpg"/></Relationships>
</file>

<file path=ppt/slides/_rels/slide7.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6.xml"/><Relationship Id="rId1" Type="http://schemas.openxmlformats.org/officeDocument/2006/relationships/slideLayout" Target="../slideLayouts/slideLayout45.xml"/><Relationship Id="rId4" Type="http://schemas.openxmlformats.org/officeDocument/2006/relationships/image" Target="../media/image11.jp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5.xml"/></Relationships>
</file>

<file path=ppt/slides/_rels/slide9.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8.xml"/><Relationship Id="rId1" Type="http://schemas.openxmlformats.org/officeDocument/2006/relationships/slideLayout" Target="../slideLayouts/slideLayout45.xml"/><Relationship Id="rId4" Type="http://schemas.openxmlformats.org/officeDocument/2006/relationships/image" Target="../media/image13.jpe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2">
                <a:lumMod val="40000"/>
                <a:lumOff val="60000"/>
              </a:schemeClr>
            </a:gs>
            <a:gs pos="46000">
              <a:schemeClr val="accent2">
                <a:lumMod val="95000"/>
                <a:lumOff val="5000"/>
              </a:schemeClr>
            </a:gs>
            <a:gs pos="100000">
              <a:schemeClr val="accent2">
                <a:lumMod val="60000"/>
              </a:schemeClr>
            </a:gs>
          </a:gsLst>
          <a:path path="circle">
            <a:fillToRect l="50000" t="130000" r="50000" b="-30000"/>
          </a:path>
          <a:tileRect/>
        </a:gradFill>
        <a:effectLst/>
      </p:bgPr>
    </p:bg>
    <p:spTree>
      <p:nvGrpSpPr>
        <p:cNvPr id="1" name="Shape 53"/>
        <p:cNvGrpSpPr/>
        <p:nvPr/>
      </p:nvGrpSpPr>
      <p:grpSpPr>
        <a:xfrm>
          <a:off x="0" y="0"/>
          <a:ext cx="0" cy="0"/>
          <a:chOff x="0" y="0"/>
          <a:chExt cx="0" cy="0"/>
        </a:xfrm>
      </p:grpSpPr>
      <p:sp>
        <p:nvSpPr>
          <p:cNvPr id="54" name="Shape 54"/>
          <p:cNvSpPr txBox="1">
            <a:spLocks noGrp="1"/>
          </p:cNvSpPr>
          <p:nvPr>
            <p:ph type="ctrTitle"/>
          </p:nvPr>
        </p:nvSpPr>
        <p:spPr>
          <a:xfrm>
            <a:off x="444687" y="2258705"/>
            <a:ext cx="8212886" cy="1102519"/>
          </a:xfrm>
          <a:prstGeom prst="rect">
            <a:avLst/>
          </a:prstGeom>
          <a:noFill/>
          <a:ln>
            <a:noFill/>
          </a:ln>
        </p:spPr>
        <p:txBody>
          <a:bodyPr lIns="91425" tIns="91425" rIns="91425" bIns="91425" anchor="b" anchorCtr="0">
            <a:noAutofit/>
          </a:bodyPr>
          <a:lstStyle/>
          <a:p>
            <a:pPr marL="0" marR="0" lvl="0" indent="0" algn="l" rtl="0">
              <a:lnSpc>
                <a:spcPct val="100000"/>
              </a:lnSpc>
              <a:spcBef>
                <a:spcPts val="0"/>
              </a:spcBef>
              <a:spcAft>
                <a:spcPts val="0"/>
              </a:spcAft>
              <a:buClr>
                <a:schemeClr val="dk1"/>
              </a:buClr>
              <a:buSzPct val="25000"/>
              <a:buFont typeface="Source Code Pro"/>
              <a:buNone/>
            </a:pPr>
            <a:r>
              <a:rPr lang="en-US" sz="4000" b="0" i="0" u="none" strike="noStrike" cap="none" dirty="0" smtClean="0">
                <a:solidFill>
                  <a:srgbClr val="FFFFFF"/>
                </a:solidFill>
                <a:latin typeface="Avenir Book" charset="0"/>
                <a:ea typeface="Avenir Book" charset="0"/>
                <a:cs typeface="Avenir Book" charset="0"/>
                <a:sym typeface="Source Code Pro"/>
              </a:rPr>
              <a:t>Advanced Techniques for CNNs and </a:t>
            </a:r>
            <a:r>
              <a:rPr lang="en-US" sz="4000" b="0" i="0" u="none" strike="noStrike" cap="none" dirty="0" err="1" smtClean="0">
                <a:solidFill>
                  <a:srgbClr val="FFFFFF"/>
                </a:solidFill>
                <a:latin typeface="Avenir Book" charset="0"/>
                <a:ea typeface="Avenir Book" charset="0"/>
                <a:cs typeface="Avenir Book" charset="0"/>
                <a:sym typeface="Source Code Pro"/>
              </a:rPr>
              <a:t>Keras</a:t>
            </a:r>
            <a:endParaRPr lang="en" sz="4000" b="0" i="0" u="none" strike="noStrike" cap="none" dirty="0">
              <a:solidFill>
                <a:srgbClr val="FFFFFF"/>
              </a:solidFill>
              <a:latin typeface="Avenir Book" charset="0"/>
              <a:ea typeface="Avenir Book" charset="0"/>
              <a:cs typeface="Avenir Book" charset="0"/>
              <a:sym typeface="Source Code Pro"/>
            </a:endParaRPr>
          </a:p>
        </p:txBody>
      </p:sp>
      <p:sp>
        <p:nvSpPr>
          <p:cNvPr id="2" name="Subtitle 1"/>
          <p:cNvSpPr>
            <a:spLocks noGrp="1"/>
          </p:cNvSpPr>
          <p:nvPr>
            <p:ph type="subTitle" idx="1"/>
          </p:nvPr>
        </p:nvSpPr>
        <p:spPr/>
        <p:txBody>
          <a:bodyPr/>
          <a:lstStyle/>
          <a:p>
            <a:endParaRPr lang="en-US"/>
          </a:p>
        </p:txBody>
      </p:sp>
      <p:cxnSp>
        <p:nvCxnSpPr>
          <p:cNvPr id="56" name="Shape 56"/>
          <p:cNvCxnSpPr/>
          <p:nvPr/>
        </p:nvCxnSpPr>
        <p:spPr>
          <a:xfrm>
            <a:off x="609600" y="2679200"/>
            <a:ext cx="6264600" cy="0"/>
          </a:xfrm>
          <a:prstGeom prst="straightConnector1">
            <a:avLst/>
          </a:prstGeom>
          <a:noFill/>
          <a:ln w="19050" cap="flat" cmpd="sng">
            <a:solidFill>
              <a:srgbClr val="3A9ED9"/>
            </a:solidFill>
            <a:prstDash val="solid"/>
            <a:round/>
            <a:headEnd type="none" w="med" len="med"/>
            <a:tailEnd type="none" w="med" len="med"/>
          </a:ln>
        </p:spPr>
      </p:cxnSp>
    </p:spTree>
    <p:extLst>
      <p:ext uri="{BB962C8B-B14F-4D97-AF65-F5344CB8AC3E}">
        <p14:creationId xmlns:p14="http://schemas.microsoft.com/office/powerpoint/2010/main" val="145350233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smtClean="0"/>
              <a:t>Legal Notices and Disclaimers</a:t>
            </a:r>
            <a:endParaRPr lang="en-US" dirty="0"/>
          </a:p>
        </p:txBody>
      </p:sp>
      <p:sp>
        <p:nvSpPr>
          <p:cNvPr id="9" name="Content Placeholder 8"/>
          <p:cNvSpPr>
            <a:spLocks noGrp="1"/>
          </p:cNvSpPr>
          <p:nvPr>
            <p:ph sz="quarter" idx="13"/>
          </p:nvPr>
        </p:nvSpPr>
        <p:spPr/>
        <p:txBody>
          <a:bodyPr/>
          <a:lstStyle/>
          <a:p>
            <a:r>
              <a:rPr lang="en-US" sz="1500" dirty="0" smtClean="0"/>
              <a:t>This presentation is for informational purposes only. INTEL MAKES NO WARRANTIES, EXPRESS OR IMPLIED, IN THIS SUMMARY. </a:t>
            </a:r>
          </a:p>
          <a:p>
            <a:r>
              <a:rPr lang="en-US" sz="1500" dirty="0" smtClean="0"/>
              <a:t>Intel technologies’ features and benefits depend on system configuration and may require enabled hardware, software or service activation. Performance varies depending on system configuration. Check with your system manufacturer or retailer or learn more at </a:t>
            </a:r>
            <a:r>
              <a:rPr lang="en-US" sz="1500" dirty="0" smtClean="0">
                <a:hlinkClick r:id="rId2"/>
              </a:rPr>
              <a:t>intel.com</a:t>
            </a:r>
            <a:r>
              <a:rPr lang="en-US" sz="1500" dirty="0" smtClean="0"/>
              <a:t>. </a:t>
            </a:r>
          </a:p>
          <a:p>
            <a:r>
              <a:rPr lang="en-US" sz="1500" dirty="0" smtClean="0"/>
              <a:t>This sample source code is released under the </a:t>
            </a:r>
            <a:r>
              <a:rPr lang="en-US" sz="1500" dirty="0" smtClean="0">
                <a:hlinkClick r:id="rId3"/>
              </a:rPr>
              <a:t>Intel Sample Source Code License Agreement</a:t>
            </a:r>
            <a:r>
              <a:rPr lang="en-US" sz="1500" dirty="0" smtClean="0"/>
              <a:t>. </a:t>
            </a:r>
          </a:p>
          <a:p>
            <a:r>
              <a:rPr lang="en-US" sz="1500" dirty="0" smtClean="0"/>
              <a:t>Intel and the Intel logo are trademarks of Intel Corporation in the U.S. and/or other countries. </a:t>
            </a:r>
          </a:p>
          <a:p>
            <a:r>
              <a:rPr lang="en-US" sz="1500" dirty="0" smtClean="0"/>
              <a:t>*Other names and brands may be claimed as the property of others. </a:t>
            </a:r>
          </a:p>
          <a:p>
            <a:r>
              <a:rPr lang="en-US" sz="1500" dirty="0" smtClean="0"/>
              <a:t>Copyright © 2017, Intel Corporation. All rights reserved. </a:t>
            </a:r>
            <a:endParaRPr lang="en-US" sz="1500" dirty="0"/>
          </a:p>
        </p:txBody>
      </p:sp>
    </p:spTree>
    <p:extLst>
      <p:ext uri="{BB962C8B-B14F-4D97-AF65-F5344CB8AC3E}">
        <p14:creationId xmlns:p14="http://schemas.microsoft.com/office/powerpoint/2010/main" val="16131850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Data Augmentation</a:t>
            </a:r>
            <a:endParaRPr lang="en-US" dirty="0">
              <a:latin typeface="Avenir Book" charset="0"/>
              <a:ea typeface="Avenir Book" charset="0"/>
              <a:cs typeface="Avenir Book" charset="0"/>
            </a:endParaRPr>
          </a:p>
        </p:txBody>
      </p:sp>
      <p:sp>
        <p:nvSpPr>
          <p:cNvPr id="75" name="Rectangle 74"/>
          <p:cNvSpPr/>
          <p:nvPr/>
        </p:nvSpPr>
        <p:spPr>
          <a:xfrm>
            <a:off x="398352" y="1227244"/>
            <a:ext cx="8192764" cy="2123658"/>
          </a:xfrm>
          <a:prstGeom prst="rect">
            <a:avLst/>
          </a:prstGeom>
        </p:spPr>
        <p:txBody>
          <a:bodyPr wrap="square">
            <a:spAutoFit/>
          </a:bodyPr>
          <a:lstStyle/>
          <a:p>
            <a:pPr marL="457200" lvl="0" indent="-457200">
              <a:buFont typeface="Arial" charset="0"/>
              <a:buChar char="•"/>
            </a:pPr>
            <a:r>
              <a:rPr lang="en-US" sz="2200" dirty="0" smtClean="0">
                <a:latin typeface="Avenir Book" charset="0"/>
                <a:ea typeface="Avenir Book" charset="0"/>
                <a:cs typeface="Avenir Book" charset="0"/>
              </a:rPr>
              <a:t>One practical obstacle to building image classifiers is obtaining labeled training data.</a:t>
            </a:r>
          </a:p>
          <a:p>
            <a:pPr marL="457200" lvl="0" indent="-457200">
              <a:buFont typeface="Arial" charset="0"/>
              <a:buChar char="•"/>
            </a:pPr>
            <a:r>
              <a:rPr lang="en-US" sz="2200" dirty="0" smtClean="0">
                <a:latin typeface="Avenir Book" charset="0"/>
                <a:ea typeface="Avenir Book" charset="0"/>
                <a:cs typeface="Avenir Book" charset="0"/>
              </a:rPr>
              <a:t>Finding images is difficult.</a:t>
            </a:r>
          </a:p>
          <a:p>
            <a:pPr marL="457200" lvl="0" indent="-457200">
              <a:buFont typeface="Arial" charset="0"/>
              <a:buChar char="•"/>
            </a:pPr>
            <a:r>
              <a:rPr lang="en-US" sz="2200" dirty="0" smtClean="0">
                <a:latin typeface="Avenir Book" charset="0"/>
                <a:ea typeface="Avenir Book" charset="0"/>
                <a:cs typeface="Avenir Book" charset="0"/>
              </a:rPr>
              <a:t>Labeling images is time consuming and costly.</a:t>
            </a:r>
          </a:p>
          <a:p>
            <a:pPr marL="457200" lvl="0" indent="-457200">
              <a:buFont typeface="Arial" charset="0"/>
              <a:buChar char="•"/>
            </a:pPr>
            <a:r>
              <a:rPr lang="en-US" sz="2200" dirty="0" smtClean="0">
                <a:latin typeface="Avenir Book" charset="0"/>
                <a:ea typeface="Avenir Book" charset="0"/>
                <a:cs typeface="Avenir Book" charset="0"/>
              </a:rPr>
              <a:t>How can me make the most out of the labelled data we have?</a:t>
            </a:r>
          </a:p>
        </p:txBody>
      </p:sp>
    </p:spTree>
    <p:extLst>
      <p:ext uri="{BB962C8B-B14F-4D97-AF65-F5344CB8AC3E}">
        <p14:creationId xmlns:p14="http://schemas.microsoft.com/office/powerpoint/2010/main" val="91070283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Data Augmentation</a:t>
            </a:r>
            <a:endParaRPr lang="en-US" dirty="0">
              <a:latin typeface="Avenir Book" charset="0"/>
              <a:ea typeface="Avenir Book" charset="0"/>
              <a:cs typeface="Avenir Book" charset="0"/>
            </a:endParaRPr>
          </a:p>
        </p:txBody>
      </p:sp>
      <p:sp>
        <p:nvSpPr>
          <p:cNvPr id="75" name="Rectangle 74"/>
          <p:cNvSpPr/>
          <p:nvPr/>
        </p:nvSpPr>
        <p:spPr>
          <a:xfrm>
            <a:off x="398352" y="992540"/>
            <a:ext cx="8192764" cy="430887"/>
          </a:xfrm>
          <a:prstGeom prst="rect">
            <a:avLst/>
          </a:prstGeom>
        </p:spPr>
        <p:txBody>
          <a:bodyPr wrap="square">
            <a:spAutoFit/>
          </a:bodyPr>
          <a:lstStyle/>
          <a:p>
            <a:pPr marL="457200" lvl="0" indent="-457200">
              <a:buFont typeface="Arial" charset="0"/>
              <a:buChar char="•"/>
            </a:pPr>
            <a:r>
              <a:rPr lang="en-US" sz="2200" dirty="0" smtClean="0">
                <a:latin typeface="Avenir Book" charset="0"/>
                <a:ea typeface="Avenir Book" charset="0"/>
                <a:cs typeface="Avenir Book" charset="0"/>
              </a:rPr>
              <a:t>If this is a chair:</a:t>
            </a: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4964" y="1423427"/>
            <a:ext cx="3400362" cy="3291840"/>
          </a:xfrm>
          <a:prstGeom prst="rect">
            <a:avLst/>
          </a:prstGeom>
        </p:spPr>
      </p:pic>
    </p:spTree>
    <p:extLst>
      <p:ext uri="{BB962C8B-B14F-4D97-AF65-F5344CB8AC3E}">
        <p14:creationId xmlns:p14="http://schemas.microsoft.com/office/powerpoint/2010/main" val="208013330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Data Augmentation</a:t>
            </a:r>
            <a:endParaRPr lang="en-US" dirty="0">
              <a:latin typeface="Avenir Book" charset="0"/>
              <a:ea typeface="Avenir Book" charset="0"/>
              <a:cs typeface="Avenir Book" charset="0"/>
            </a:endParaRPr>
          </a:p>
        </p:txBody>
      </p:sp>
      <p:sp>
        <p:nvSpPr>
          <p:cNvPr id="75" name="Rectangle 74"/>
          <p:cNvSpPr/>
          <p:nvPr/>
        </p:nvSpPr>
        <p:spPr>
          <a:xfrm>
            <a:off x="398352" y="992540"/>
            <a:ext cx="3806882" cy="430887"/>
          </a:xfrm>
          <a:prstGeom prst="rect">
            <a:avLst/>
          </a:prstGeom>
        </p:spPr>
        <p:txBody>
          <a:bodyPr wrap="square">
            <a:spAutoFit/>
          </a:bodyPr>
          <a:lstStyle/>
          <a:p>
            <a:pPr marL="457200" lvl="0" indent="-457200">
              <a:buFont typeface="Arial" charset="0"/>
              <a:buChar char="•"/>
            </a:pPr>
            <a:r>
              <a:rPr lang="en-US" sz="2200" dirty="0" smtClean="0">
                <a:latin typeface="Avenir Book" charset="0"/>
                <a:ea typeface="Avenir Book" charset="0"/>
                <a:cs typeface="Avenir Book" charset="0"/>
              </a:rPr>
              <a:t>If this is a chair</a:t>
            </a:r>
            <a:r>
              <a:rPr lang="is-IS" sz="2200" dirty="0" smtClean="0">
                <a:latin typeface="Avenir Book" charset="0"/>
                <a:ea typeface="Avenir Book" charset="0"/>
                <a:cs typeface="Avenir Book" charset="0"/>
              </a:rPr>
              <a:t>…</a:t>
            </a:r>
            <a:endParaRPr lang="en-US" sz="2200" dirty="0" smtClean="0">
              <a:latin typeface="Avenir Book" charset="0"/>
              <a:ea typeface="Avenir Book" charset="0"/>
              <a:cs typeface="Avenir Book" charset="0"/>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4964" y="1423427"/>
            <a:ext cx="3400362" cy="3291840"/>
          </a:xfrm>
          <a:prstGeom prst="rect">
            <a:avLst/>
          </a:prstGeom>
        </p:spPr>
      </p:pic>
      <p:sp>
        <p:nvSpPr>
          <p:cNvPr id="5" name="Rectangle 4"/>
          <p:cNvSpPr/>
          <p:nvPr/>
        </p:nvSpPr>
        <p:spPr>
          <a:xfrm>
            <a:off x="4290413" y="992540"/>
            <a:ext cx="3806882" cy="430887"/>
          </a:xfrm>
          <a:prstGeom prst="rect">
            <a:avLst/>
          </a:prstGeom>
        </p:spPr>
        <p:txBody>
          <a:bodyPr wrap="square">
            <a:spAutoFit/>
          </a:bodyPr>
          <a:lstStyle/>
          <a:p>
            <a:pPr marL="457200" lvl="0" indent="-457200">
              <a:buFont typeface="Arial" charset="0"/>
              <a:buChar char="•"/>
            </a:pPr>
            <a:r>
              <a:rPr lang="en-US" sz="2200" dirty="0" smtClean="0">
                <a:latin typeface="Avenir Book" charset="0"/>
                <a:ea typeface="Avenir Book" charset="0"/>
                <a:cs typeface="Avenir Book" charset="0"/>
              </a:rPr>
              <a:t>Then so is this!</a:t>
            </a:r>
          </a:p>
        </p:txBody>
      </p:sp>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93718" y="1423427"/>
            <a:ext cx="3400362" cy="3291840"/>
          </a:xfrm>
          <a:prstGeom prst="rect">
            <a:avLst/>
          </a:prstGeom>
        </p:spPr>
      </p:pic>
    </p:spTree>
    <p:extLst>
      <p:ext uri="{BB962C8B-B14F-4D97-AF65-F5344CB8AC3E}">
        <p14:creationId xmlns:p14="http://schemas.microsoft.com/office/powerpoint/2010/main" val="11734551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Data Augmentation</a:t>
            </a:r>
            <a:endParaRPr lang="en-US" dirty="0">
              <a:latin typeface="Avenir Book" charset="0"/>
              <a:ea typeface="Avenir Book" charset="0"/>
              <a:cs typeface="Avenir Book" charset="0"/>
            </a:endParaRPr>
          </a:p>
        </p:txBody>
      </p:sp>
      <p:sp>
        <p:nvSpPr>
          <p:cNvPr id="75" name="Rectangle 74"/>
          <p:cNvSpPr/>
          <p:nvPr/>
        </p:nvSpPr>
        <p:spPr>
          <a:xfrm>
            <a:off x="398352" y="992540"/>
            <a:ext cx="3806882" cy="430887"/>
          </a:xfrm>
          <a:prstGeom prst="rect">
            <a:avLst/>
          </a:prstGeom>
        </p:spPr>
        <p:txBody>
          <a:bodyPr wrap="square">
            <a:spAutoFit/>
          </a:bodyPr>
          <a:lstStyle/>
          <a:p>
            <a:pPr marL="457200" lvl="0" indent="-457200">
              <a:buFont typeface="Arial" charset="0"/>
              <a:buChar char="•"/>
            </a:pPr>
            <a:r>
              <a:rPr lang="en-US" sz="2200" dirty="0" smtClean="0">
                <a:latin typeface="Avenir Book" charset="0"/>
                <a:ea typeface="Avenir Book" charset="0"/>
                <a:cs typeface="Avenir Book" charset="0"/>
              </a:rPr>
              <a:t>If this is a chair</a:t>
            </a:r>
            <a:r>
              <a:rPr lang="is-IS" sz="2200" dirty="0" smtClean="0">
                <a:latin typeface="Avenir Book" charset="0"/>
                <a:ea typeface="Avenir Book" charset="0"/>
                <a:cs typeface="Avenir Book" charset="0"/>
              </a:rPr>
              <a:t>…</a:t>
            </a:r>
            <a:endParaRPr lang="en-US" sz="2200" dirty="0" smtClean="0">
              <a:latin typeface="Avenir Book" charset="0"/>
              <a:ea typeface="Avenir Book" charset="0"/>
              <a:cs typeface="Avenir Book" charset="0"/>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4963" y="1423427"/>
            <a:ext cx="3400362" cy="3291840"/>
          </a:xfrm>
          <a:prstGeom prst="rect">
            <a:avLst/>
          </a:prstGeom>
        </p:spPr>
      </p:pic>
      <p:sp>
        <p:nvSpPr>
          <p:cNvPr id="5" name="Rectangle 4"/>
          <p:cNvSpPr/>
          <p:nvPr/>
        </p:nvSpPr>
        <p:spPr>
          <a:xfrm>
            <a:off x="4290413" y="992540"/>
            <a:ext cx="3806882" cy="430887"/>
          </a:xfrm>
          <a:prstGeom prst="rect">
            <a:avLst/>
          </a:prstGeom>
        </p:spPr>
        <p:txBody>
          <a:bodyPr wrap="square">
            <a:spAutoFit/>
          </a:bodyPr>
          <a:lstStyle/>
          <a:p>
            <a:pPr marL="457200" lvl="0" indent="-457200">
              <a:buFont typeface="Arial" charset="0"/>
              <a:buChar char="•"/>
            </a:pPr>
            <a:r>
              <a:rPr lang="en-US" sz="2200" dirty="0" smtClean="0">
                <a:latin typeface="Avenir Book" charset="0"/>
                <a:ea typeface="Avenir Book" charset="0"/>
                <a:cs typeface="Avenir Book" charset="0"/>
              </a:rPr>
              <a:t>Also this:</a:t>
            </a:r>
          </a:p>
        </p:txBody>
      </p:sp>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30442" y="1423427"/>
            <a:ext cx="2464350" cy="3291840"/>
          </a:xfrm>
          <a:prstGeom prst="rect">
            <a:avLst/>
          </a:prstGeom>
        </p:spPr>
      </p:pic>
    </p:spTree>
    <p:extLst>
      <p:ext uri="{BB962C8B-B14F-4D97-AF65-F5344CB8AC3E}">
        <p14:creationId xmlns:p14="http://schemas.microsoft.com/office/powerpoint/2010/main" val="42769738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Data Augmentation</a:t>
            </a:r>
            <a:endParaRPr lang="en-US" dirty="0">
              <a:latin typeface="Avenir Book" charset="0"/>
              <a:ea typeface="Avenir Book" charset="0"/>
              <a:cs typeface="Avenir Book" charset="0"/>
            </a:endParaRPr>
          </a:p>
        </p:txBody>
      </p:sp>
      <p:sp>
        <p:nvSpPr>
          <p:cNvPr id="75" name="Rectangle 74"/>
          <p:cNvSpPr/>
          <p:nvPr/>
        </p:nvSpPr>
        <p:spPr>
          <a:xfrm>
            <a:off x="398352" y="992540"/>
            <a:ext cx="3806882" cy="430887"/>
          </a:xfrm>
          <a:prstGeom prst="rect">
            <a:avLst/>
          </a:prstGeom>
        </p:spPr>
        <p:txBody>
          <a:bodyPr wrap="square">
            <a:spAutoFit/>
          </a:bodyPr>
          <a:lstStyle/>
          <a:p>
            <a:pPr marL="457200" lvl="0" indent="-457200">
              <a:buFont typeface="Arial" charset="0"/>
              <a:buChar char="•"/>
            </a:pPr>
            <a:r>
              <a:rPr lang="en-US" sz="2200" dirty="0" smtClean="0">
                <a:latin typeface="Avenir Book" charset="0"/>
                <a:ea typeface="Avenir Book" charset="0"/>
                <a:cs typeface="Avenir Book" charset="0"/>
              </a:rPr>
              <a:t>If this is a chair</a:t>
            </a:r>
            <a:r>
              <a:rPr lang="is-IS" sz="2200" dirty="0" smtClean="0">
                <a:latin typeface="Avenir Book" charset="0"/>
                <a:ea typeface="Avenir Book" charset="0"/>
                <a:cs typeface="Avenir Book" charset="0"/>
              </a:rPr>
              <a:t>…</a:t>
            </a:r>
            <a:endParaRPr lang="en-US" sz="2200" dirty="0" smtClean="0">
              <a:latin typeface="Avenir Book" charset="0"/>
              <a:ea typeface="Avenir Book" charset="0"/>
              <a:cs typeface="Avenir Book" charset="0"/>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4963" y="1423427"/>
            <a:ext cx="3400362" cy="3291840"/>
          </a:xfrm>
          <a:prstGeom prst="rect">
            <a:avLst/>
          </a:prstGeom>
        </p:spPr>
      </p:pic>
      <p:sp>
        <p:nvSpPr>
          <p:cNvPr id="5" name="Rectangle 4"/>
          <p:cNvSpPr/>
          <p:nvPr/>
        </p:nvSpPr>
        <p:spPr>
          <a:xfrm>
            <a:off x="4290413" y="992540"/>
            <a:ext cx="3806882" cy="430887"/>
          </a:xfrm>
          <a:prstGeom prst="rect">
            <a:avLst/>
          </a:prstGeom>
        </p:spPr>
        <p:txBody>
          <a:bodyPr wrap="square">
            <a:spAutoFit/>
          </a:bodyPr>
          <a:lstStyle/>
          <a:p>
            <a:pPr marL="457200" lvl="0" indent="-457200">
              <a:buFont typeface="Arial" charset="0"/>
              <a:buChar char="•"/>
            </a:pPr>
            <a:r>
              <a:rPr lang="en-US" sz="2200" dirty="0" smtClean="0">
                <a:latin typeface="Avenir Book" charset="0"/>
                <a:ea typeface="Avenir Book" charset="0"/>
                <a:cs typeface="Avenir Book" charset="0"/>
              </a:rPr>
              <a:t>Also this:</a:t>
            </a:r>
          </a:p>
        </p:txBody>
      </p:sp>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93718" y="1423426"/>
            <a:ext cx="3400362" cy="3291840"/>
          </a:xfrm>
          <a:prstGeom prst="rect">
            <a:avLst/>
          </a:prstGeom>
        </p:spPr>
      </p:pic>
    </p:spTree>
    <p:extLst>
      <p:ext uri="{BB962C8B-B14F-4D97-AF65-F5344CB8AC3E}">
        <p14:creationId xmlns:p14="http://schemas.microsoft.com/office/powerpoint/2010/main" val="183010730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Data Augmentation</a:t>
            </a:r>
            <a:endParaRPr lang="en-US" dirty="0">
              <a:latin typeface="Avenir Book" charset="0"/>
              <a:ea typeface="Avenir Book" charset="0"/>
              <a:cs typeface="Avenir Book" charset="0"/>
            </a:endParaRPr>
          </a:p>
        </p:txBody>
      </p:sp>
      <p:sp>
        <p:nvSpPr>
          <p:cNvPr id="75" name="Rectangle 74"/>
          <p:cNvSpPr/>
          <p:nvPr/>
        </p:nvSpPr>
        <p:spPr>
          <a:xfrm>
            <a:off x="398352" y="1227244"/>
            <a:ext cx="8192764" cy="2123658"/>
          </a:xfrm>
          <a:prstGeom prst="rect">
            <a:avLst/>
          </a:prstGeom>
        </p:spPr>
        <p:txBody>
          <a:bodyPr wrap="square">
            <a:spAutoFit/>
          </a:bodyPr>
          <a:lstStyle/>
          <a:p>
            <a:pPr marL="457200" lvl="0" indent="-457200">
              <a:buFont typeface="Arial" charset="0"/>
              <a:buChar char="•"/>
            </a:pPr>
            <a:r>
              <a:rPr lang="en-US" sz="2200" dirty="0" smtClean="0">
                <a:latin typeface="Avenir Book" charset="0"/>
                <a:ea typeface="Avenir Book" charset="0"/>
                <a:cs typeface="Avenir Book" charset="0"/>
              </a:rPr>
              <a:t>By slightly altering images, we can increase our effective data size.</a:t>
            </a:r>
          </a:p>
          <a:p>
            <a:pPr marL="457200" lvl="0" indent="-457200">
              <a:buFont typeface="Arial" charset="0"/>
              <a:buChar char="•"/>
            </a:pPr>
            <a:r>
              <a:rPr lang="en-US" sz="2200" dirty="0" smtClean="0">
                <a:latin typeface="Avenir Book" charset="0"/>
                <a:ea typeface="Avenir Book" charset="0"/>
                <a:cs typeface="Avenir Book" charset="0"/>
              </a:rPr>
              <a:t>Also allows the neural network to learn invariance to certain transformations.</a:t>
            </a:r>
          </a:p>
          <a:p>
            <a:pPr marL="457200" lvl="0" indent="-457200">
              <a:buFont typeface="Arial" charset="0"/>
              <a:buChar char="•"/>
            </a:pPr>
            <a:r>
              <a:rPr lang="en-US" sz="2200" dirty="0" smtClean="0">
                <a:latin typeface="Avenir Book" charset="0"/>
                <a:ea typeface="Avenir Book" charset="0"/>
                <a:cs typeface="Avenir Book" charset="0"/>
              </a:rPr>
              <a:t>But we need to be careful – this can have unintended consequences.</a:t>
            </a:r>
          </a:p>
        </p:txBody>
      </p:sp>
    </p:spTree>
    <p:extLst>
      <p:ext uri="{BB962C8B-B14F-4D97-AF65-F5344CB8AC3E}">
        <p14:creationId xmlns:p14="http://schemas.microsoft.com/office/powerpoint/2010/main" val="108998830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Data Augmentation</a:t>
            </a:r>
            <a:endParaRPr lang="en-US" dirty="0">
              <a:latin typeface="Avenir Book" charset="0"/>
              <a:ea typeface="Avenir Book" charset="0"/>
              <a:cs typeface="Avenir Book" charset="0"/>
            </a:endParaRPr>
          </a:p>
        </p:txBody>
      </p:sp>
      <p:sp>
        <p:nvSpPr>
          <p:cNvPr id="75" name="Rectangle 74"/>
          <p:cNvSpPr/>
          <p:nvPr/>
        </p:nvSpPr>
        <p:spPr>
          <a:xfrm>
            <a:off x="398352" y="992540"/>
            <a:ext cx="6893402" cy="769441"/>
          </a:xfrm>
          <a:prstGeom prst="rect">
            <a:avLst/>
          </a:prstGeom>
        </p:spPr>
        <p:txBody>
          <a:bodyPr wrap="square">
            <a:spAutoFit/>
          </a:bodyPr>
          <a:lstStyle/>
          <a:p>
            <a:pPr lvl="0"/>
            <a:r>
              <a:rPr lang="en-US" sz="2200" dirty="0" smtClean="0">
                <a:latin typeface="Avenir Book" charset="0"/>
                <a:ea typeface="Avenir Book" charset="0"/>
                <a:cs typeface="Avenir Book" charset="0"/>
              </a:rPr>
              <a:t>Would not want </a:t>
            </a:r>
            <a:r>
              <a:rPr lang="en-US" sz="2200" smtClean="0">
                <a:latin typeface="Avenir Book" charset="0"/>
                <a:ea typeface="Avenir Book" charset="0"/>
                <a:cs typeface="Avenir Book" charset="0"/>
              </a:rPr>
              <a:t>a self-driving </a:t>
            </a:r>
            <a:r>
              <a:rPr lang="en-US" sz="2200" dirty="0" smtClean="0">
                <a:latin typeface="Avenir Book" charset="0"/>
                <a:ea typeface="Avenir Book" charset="0"/>
                <a:cs typeface="Avenir Book" charset="0"/>
              </a:rPr>
              <a:t>car to think these mean the same thing!</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6492" y="1996684"/>
            <a:ext cx="2743200" cy="2743200"/>
          </a:xfrm>
          <a:prstGeom prst="rect">
            <a:avLst/>
          </a:prstGeo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32029" y="1996683"/>
            <a:ext cx="2743200" cy="2743200"/>
          </a:xfrm>
          <a:prstGeom prst="rect">
            <a:avLst/>
          </a:prstGeom>
        </p:spPr>
      </p:pic>
    </p:spTree>
    <p:extLst>
      <p:ext uri="{BB962C8B-B14F-4D97-AF65-F5344CB8AC3E}">
        <p14:creationId xmlns:p14="http://schemas.microsoft.com/office/powerpoint/2010/main" val="81050999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Data Flows in </a:t>
            </a:r>
            <a:r>
              <a:rPr lang="en-US" dirty="0" err="1" smtClean="0">
                <a:latin typeface="Avenir Book" charset="0"/>
                <a:ea typeface="Avenir Book" charset="0"/>
                <a:cs typeface="Avenir Book" charset="0"/>
              </a:rPr>
              <a:t>Keras</a:t>
            </a:r>
            <a:endParaRPr lang="en-US" dirty="0">
              <a:latin typeface="Avenir Book" charset="0"/>
              <a:ea typeface="Avenir Book" charset="0"/>
              <a:cs typeface="Avenir Book" charset="0"/>
            </a:endParaRPr>
          </a:p>
        </p:txBody>
      </p:sp>
      <p:sp>
        <p:nvSpPr>
          <p:cNvPr id="75" name="Rectangle 74"/>
          <p:cNvSpPr/>
          <p:nvPr/>
        </p:nvSpPr>
        <p:spPr>
          <a:xfrm>
            <a:off x="398352" y="1227244"/>
            <a:ext cx="8192764" cy="2123658"/>
          </a:xfrm>
          <a:prstGeom prst="rect">
            <a:avLst/>
          </a:prstGeom>
        </p:spPr>
        <p:txBody>
          <a:bodyPr wrap="square">
            <a:spAutoFit/>
          </a:bodyPr>
          <a:lstStyle/>
          <a:p>
            <a:pPr marL="457200" lvl="0" indent="-457200">
              <a:buFont typeface="Arial" charset="0"/>
              <a:buChar char="•"/>
            </a:pPr>
            <a:r>
              <a:rPr lang="en-US" sz="2200" dirty="0" err="1" smtClean="0">
                <a:latin typeface="Avenir Book" charset="0"/>
                <a:ea typeface="Avenir Book" charset="0"/>
                <a:cs typeface="Avenir Book" charset="0"/>
              </a:rPr>
              <a:t>Keras</a:t>
            </a:r>
            <a:r>
              <a:rPr lang="en-US" sz="2200" dirty="0" smtClean="0">
                <a:latin typeface="Avenir Book" charset="0"/>
                <a:ea typeface="Avenir Book" charset="0"/>
                <a:cs typeface="Avenir Book" charset="0"/>
              </a:rPr>
              <a:t> has a convenient mechanism for Data Augmentation.</a:t>
            </a:r>
          </a:p>
          <a:p>
            <a:pPr marL="457200" lvl="0" indent="-457200">
              <a:buFont typeface="Arial" charset="0"/>
              <a:buChar char="•"/>
            </a:pPr>
            <a:r>
              <a:rPr lang="en-US" sz="2200" dirty="0" smtClean="0">
                <a:latin typeface="Avenir Book" charset="0"/>
                <a:ea typeface="Avenir Book" charset="0"/>
                <a:cs typeface="Avenir Book" charset="0"/>
              </a:rPr>
              <a:t>Requires use of “Data Generators”</a:t>
            </a:r>
          </a:p>
          <a:p>
            <a:pPr marL="457200" lvl="0" indent="-457200">
              <a:buFont typeface="Arial" charset="0"/>
              <a:buChar char="•"/>
            </a:pPr>
            <a:endParaRPr lang="en-US" sz="2200" dirty="0">
              <a:latin typeface="Avenir Book" charset="0"/>
              <a:ea typeface="Avenir Book" charset="0"/>
              <a:cs typeface="Avenir Book" charset="0"/>
            </a:endParaRPr>
          </a:p>
          <a:p>
            <a:pPr marL="457200" lvl="0" indent="-457200">
              <a:buFont typeface="Arial" charset="0"/>
              <a:buChar char="•"/>
            </a:pPr>
            <a:r>
              <a:rPr lang="en-US" sz="2200" dirty="0">
                <a:latin typeface="Avenir Book" charset="0"/>
                <a:ea typeface="Avenir Book" charset="0"/>
                <a:cs typeface="Avenir Book" charset="0"/>
              </a:rPr>
              <a:t>To date, we have used the standard </a:t>
            </a:r>
            <a:r>
              <a:rPr lang="en-US" sz="2200" dirty="0" err="1">
                <a:latin typeface="Consolas" charset="0"/>
                <a:ea typeface="Consolas" charset="0"/>
                <a:cs typeface="Consolas" charset="0"/>
              </a:rPr>
              <a:t>model.fit</a:t>
            </a:r>
            <a:r>
              <a:rPr lang="en-US" sz="2200" dirty="0">
                <a:latin typeface="Avenir Book" charset="0"/>
                <a:ea typeface="Avenir Book" charset="0"/>
                <a:cs typeface="Avenir Book" charset="0"/>
              </a:rPr>
              <a:t> mechanism</a:t>
            </a:r>
          </a:p>
          <a:p>
            <a:pPr marL="457200" lvl="0" indent="-457200">
              <a:buFont typeface="Arial" charset="0"/>
              <a:buChar char="•"/>
            </a:pPr>
            <a:r>
              <a:rPr lang="en-US" sz="2200" dirty="0">
                <a:latin typeface="Avenir Book" charset="0"/>
                <a:ea typeface="Avenir Book" charset="0"/>
                <a:cs typeface="Avenir Book" charset="0"/>
              </a:rPr>
              <a:t>Holds entire dataset in memory</a:t>
            </a:r>
          </a:p>
          <a:p>
            <a:pPr marL="457200" lvl="0" indent="-457200">
              <a:buFont typeface="Arial" charset="0"/>
              <a:buChar char="•"/>
            </a:pPr>
            <a:r>
              <a:rPr lang="en-US" sz="2200" dirty="0">
                <a:latin typeface="Avenir Book" charset="0"/>
                <a:ea typeface="Avenir Book" charset="0"/>
                <a:cs typeface="Avenir Book" charset="0"/>
              </a:rPr>
              <a:t>Reads the batches one by one out of </a:t>
            </a:r>
            <a:r>
              <a:rPr lang="en-US" sz="2200" dirty="0" smtClean="0">
                <a:latin typeface="Avenir Book" charset="0"/>
                <a:ea typeface="Avenir Book" charset="0"/>
                <a:cs typeface="Avenir Book" charset="0"/>
              </a:rPr>
              <a:t>memory</a:t>
            </a:r>
            <a:endParaRPr lang="en-US" sz="2200" dirty="0">
              <a:latin typeface="Avenir Book" charset="0"/>
              <a:ea typeface="Avenir Book" charset="0"/>
              <a:cs typeface="Avenir Book" charset="0"/>
            </a:endParaRPr>
          </a:p>
        </p:txBody>
      </p:sp>
    </p:spTree>
    <p:extLst>
      <p:ext uri="{BB962C8B-B14F-4D97-AF65-F5344CB8AC3E}">
        <p14:creationId xmlns:p14="http://schemas.microsoft.com/office/powerpoint/2010/main" val="118122536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Data Flows in </a:t>
            </a:r>
            <a:r>
              <a:rPr lang="en-US" dirty="0" err="1" smtClean="0">
                <a:latin typeface="Avenir Book" charset="0"/>
                <a:ea typeface="Avenir Book" charset="0"/>
                <a:cs typeface="Avenir Book" charset="0"/>
              </a:rPr>
              <a:t>Keras</a:t>
            </a:r>
            <a:endParaRPr lang="en-US" dirty="0">
              <a:latin typeface="Avenir Book" charset="0"/>
              <a:ea typeface="Avenir Book" charset="0"/>
              <a:cs typeface="Avenir Book" charset="0"/>
            </a:endParaRPr>
          </a:p>
        </p:txBody>
      </p:sp>
      <p:sp>
        <p:nvSpPr>
          <p:cNvPr id="75" name="Rectangle 74"/>
          <p:cNvSpPr/>
          <p:nvPr/>
        </p:nvSpPr>
        <p:spPr>
          <a:xfrm>
            <a:off x="398352" y="1227244"/>
            <a:ext cx="8192764" cy="2462213"/>
          </a:xfrm>
          <a:prstGeom prst="rect">
            <a:avLst/>
          </a:prstGeom>
        </p:spPr>
        <p:txBody>
          <a:bodyPr wrap="square">
            <a:spAutoFit/>
          </a:bodyPr>
          <a:lstStyle/>
          <a:p>
            <a:pPr marL="457200" lvl="0" indent="-457200">
              <a:buFont typeface="Arial" charset="0"/>
              <a:buChar char="•"/>
            </a:pPr>
            <a:r>
              <a:rPr lang="en-US" sz="2200" dirty="0" smtClean="0">
                <a:latin typeface="Avenir Book" charset="0"/>
                <a:ea typeface="Avenir Book" charset="0"/>
                <a:cs typeface="Avenir Book" charset="0"/>
              </a:rPr>
              <a:t>Alternative mechanism is to use a “data generator”</a:t>
            </a:r>
          </a:p>
          <a:p>
            <a:pPr marL="457200" lvl="0" indent="-457200">
              <a:buFont typeface="Arial" charset="0"/>
              <a:buChar char="•"/>
            </a:pPr>
            <a:r>
              <a:rPr lang="en-US" sz="2200" dirty="0" smtClean="0">
                <a:latin typeface="Avenir Book" charset="0"/>
                <a:ea typeface="Avenir Book" charset="0"/>
                <a:cs typeface="Avenir Book" charset="0"/>
              </a:rPr>
              <a:t>Idea: define a generator object which “serves” the batches of data.</a:t>
            </a:r>
          </a:p>
          <a:p>
            <a:pPr marL="457200" lvl="0" indent="-457200">
              <a:buFont typeface="Arial" charset="0"/>
              <a:buChar char="•"/>
            </a:pPr>
            <a:r>
              <a:rPr lang="en-US" sz="2200" dirty="0" smtClean="0">
                <a:latin typeface="Avenir Book" charset="0"/>
                <a:ea typeface="Avenir Book" charset="0"/>
                <a:cs typeface="Avenir Book" charset="0"/>
              </a:rPr>
              <a:t>Then use </a:t>
            </a:r>
            <a:r>
              <a:rPr lang="en-US" sz="2200" dirty="0" err="1" smtClean="0">
                <a:latin typeface="Consolas" charset="0"/>
                <a:ea typeface="Consolas" charset="0"/>
                <a:cs typeface="Consolas" charset="0"/>
              </a:rPr>
              <a:t>model.fit_generator</a:t>
            </a:r>
            <a:r>
              <a:rPr lang="en-US" sz="2200" dirty="0" smtClean="0">
                <a:latin typeface="Consolas" charset="0"/>
                <a:ea typeface="Consolas" charset="0"/>
                <a:cs typeface="Consolas" charset="0"/>
              </a:rPr>
              <a:t> </a:t>
            </a:r>
            <a:r>
              <a:rPr lang="en-US" sz="2200" dirty="0" smtClean="0">
                <a:latin typeface="Avenir Book" charset="0"/>
                <a:ea typeface="Avenir Book" charset="0"/>
                <a:cs typeface="Avenir Book" charset="0"/>
              </a:rPr>
              <a:t>instead of</a:t>
            </a:r>
            <a:r>
              <a:rPr lang="en-US" sz="2200" dirty="0" smtClean="0">
                <a:latin typeface="Consolas" charset="0"/>
                <a:ea typeface="Consolas" charset="0"/>
                <a:cs typeface="Consolas" charset="0"/>
              </a:rPr>
              <a:t> </a:t>
            </a:r>
            <a:r>
              <a:rPr lang="en-US" sz="2200" dirty="0" err="1" smtClean="0">
                <a:latin typeface="Consolas" charset="0"/>
                <a:ea typeface="Consolas" charset="0"/>
                <a:cs typeface="Consolas" charset="0"/>
              </a:rPr>
              <a:t>model.fit</a:t>
            </a:r>
            <a:endParaRPr lang="en-US" sz="2200" dirty="0" smtClean="0">
              <a:latin typeface="Avenir Book" charset="0"/>
              <a:ea typeface="Avenir Book" charset="0"/>
              <a:cs typeface="Avenir Book" charset="0"/>
            </a:endParaRPr>
          </a:p>
          <a:p>
            <a:pPr marL="457200" lvl="0" indent="-457200">
              <a:buFont typeface="Arial" charset="0"/>
              <a:buChar char="•"/>
            </a:pPr>
            <a:r>
              <a:rPr lang="en-US" sz="2200" dirty="0" smtClean="0">
                <a:latin typeface="Avenir Book" charset="0"/>
                <a:ea typeface="Avenir Book" charset="0"/>
                <a:cs typeface="Avenir Book" charset="0"/>
              </a:rPr>
              <a:t>Generators can be used to serve images from disk to conserve working memory</a:t>
            </a:r>
          </a:p>
          <a:p>
            <a:pPr marL="457200" lvl="0" indent="-457200">
              <a:buFont typeface="Arial" charset="0"/>
              <a:buChar char="•"/>
            </a:pPr>
            <a:endParaRPr lang="en-US" sz="2200" dirty="0" smtClean="0">
              <a:latin typeface="Avenir Book" charset="0"/>
              <a:ea typeface="Avenir Book" charset="0"/>
              <a:cs typeface="Avenir Book" charset="0"/>
            </a:endParaRPr>
          </a:p>
        </p:txBody>
      </p:sp>
    </p:spTree>
    <p:extLst>
      <p:ext uri="{BB962C8B-B14F-4D97-AF65-F5344CB8AC3E}">
        <p14:creationId xmlns:p14="http://schemas.microsoft.com/office/powerpoint/2010/main" val="73989612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err="1" smtClean="0">
                <a:latin typeface="Avenir Book" charset="0"/>
                <a:ea typeface="Avenir Book" charset="0"/>
                <a:cs typeface="Avenir Book" charset="0"/>
              </a:rPr>
              <a:t>ImageDataGenerator</a:t>
            </a:r>
            <a:endParaRPr lang="en-US" dirty="0">
              <a:latin typeface="Avenir Book" charset="0"/>
              <a:ea typeface="Avenir Book" charset="0"/>
              <a:cs typeface="Avenir Book" charset="0"/>
            </a:endParaRPr>
          </a:p>
        </p:txBody>
      </p:sp>
      <p:sp>
        <p:nvSpPr>
          <p:cNvPr id="75" name="Rectangle 74"/>
          <p:cNvSpPr/>
          <p:nvPr/>
        </p:nvSpPr>
        <p:spPr>
          <a:xfrm>
            <a:off x="398352" y="1227244"/>
            <a:ext cx="8192764" cy="2123658"/>
          </a:xfrm>
          <a:prstGeom prst="rect">
            <a:avLst/>
          </a:prstGeom>
        </p:spPr>
        <p:txBody>
          <a:bodyPr wrap="square">
            <a:spAutoFit/>
          </a:bodyPr>
          <a:lstStyle/>
          <a:p>
            <a:pPr marL="457200" indent="-457200">
              <a:buFont typeface="Arial" charset="0"/>
              <a:buChar char="•"/>
            </a:pPr>
            <a:r>
              <a:rPr lang="en-US" sz="2200" dirty="0" err="1">
                <a:latin typeface="Avenir Book" charset="0"/>
                <a:ea typeface="Avenir Book" charset="0"/>
                <a:cs typeface="Avenir Book" charset="0"/>
              </a:rPr>
              <a:t>Keras</a:t>
            </a:r>
            <a:r>
              <a:rPr lang="en-US" sz="2200" dirty="0">
                <a:latin typeface="Avenir Book" charset="0"/>
                <a:ea typeface="Avenir Book" charset="0"/>
                <a:cs typeface="Avenir Book" charset="0"/>
              </a:rPr>
              <a:t> has an </a:t>
            </a:r>
            <a:r>
              <a:rPr lang="en-US" sz="2200" dirty="0" err="1">
                <a:latin typeface="Consolas" charset="0"/>
                <a:ea typeface="Consolas" charset="0"/>
                <a:cs typeface="Consolas" charset="0"/>
              </a:rPr>
              <a:t>ImageDataGenerator</a:t>
            </a:r>
            <a:r>
              <a:rPr lang="en-US" sz="2200" dirty="0">
                <a:latin typeface="Avenir Book" charset="0"/>
                <a:ea typeface="Avenir Book" charset="0"/>
                <a:cs typeface="Avenir Book" charset="0"/>
              </a:rPr>
              <a:t> </a:t>
            </a:r>
            <a:r>
              <a:rPr lang="en-US" sz="2200" dirty="0" smtClean="0">
                <a:latin typeface="Avenir Book" charset="0"/>
                <a:ea typeface="Avenir Book" charset="0"/>
                <a:cs typeface="Avenir Book" charset="0"/>
              </a:rPr>
              <a:t>class which permits “real-time” data-augmentation.</a:t>
            </a:r>
          </a:p>
          <a:p>
            <a:pPr marL="457200" lvl="0" indent="-457200">
              <a:buFont typeface="Arial" charset="0"/>
              <a:buChar char="•"/>
            </a:pPr>
            <a:r>
              <a:rPr lang="en-US" sz="2200" dirty="0" smtClean="0">
                <a:latin typeface="Avenir Book" charset="0"/>
                <a:ea typeface="Avenir Book" charset="0"/>
                <a:cs typeface="Avenir Book" charset="0"/>
              </a:rPr>
              <a:t>When a batch of images is served, you can specify random changes to be made to the image.</a:t>
            </a:r>
          </a:p>
          <a:p>
            <a:pPr marL="457200" lvl="0" indent="-457200">
              <a:buFont typeface="Arial" charset="0"/>
              <a:buChar char="•"/>
            </a:pPr>
            <a:r>
              <a:rPr lang="en-US" sz="2200" dirty="0" smtClean="0">
                <a:latin typeface="Avenir Book" charset="0"/>
                <a:ea typeface="Avenir Book" charset="0"/>
                <a:cs typeface="Avenir Book" charset="0"/>
              </a:rPr>
              <a:t>These include shifting, rotating, flipping, and various normalizations of the pixel values.</a:t>
            </a:r>
          </a:p>
        </p:txBody>
      </p:sp>
    </p:spTree>
    <p:extLst>
      <p:ext uri="{BB962C8B-B14F-4D97-AF65-F5344CB8AC3E}">
        <p14:creationId xmlns:p14="http://schemas.microsoft.com/office/powerpoint/2010/main" val="47952190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err="1" smtClean="0">
                <a:latin typeface="Avenir Book" charset="0"/>
                <a:ea typeface="Avenir Book" charset="0"/>
                <a:cs typeface="Avenir Book" charset="0"/>
              </a:rPr>
              <a:t>ImageDataGenerator</a:t>
            </a:r>
            <a:endParaRPr lang="en-US" dirty="0">
              <a:latin typeface="Avenir Book" charset="0"/>
              <a:ea typeface="Avenir Book" charset="0"/>
              <a:cs typeface="Avenir Book" charset="0"/>
            </a:endParaRPr>
          </a:p>
        </p:txBody>
      </p:sp>
      <p:sp>
        <p:nvSpPr>
          <p:cNvPr id="75" name="Rectangle 74"/>
          <p:cNvSpPr/>
          <p:nvPr/>
        </p:nvSpPr>
        <p:spPr>
          <a:xfrm>
            <a:off x="398352" y="969336"/>
            <a:ext cx="8192764" cy="3631763"/>
          </a:xfrm>
          <a:prstGeom prst="rect">
            <a:avLst/>
          </a:prstGeom>
        </p:spPr>
        <p:txBody>
          <a:bodyPr wrap="square">
            <a:spAutoFit/>
          </a:bodyPr>
          <a:lstStyle/>
          <a:p>
            <a:pPr lvl="0"/>
            <a:r>
              <a:rPr lang="en-US" sz="1600" dirty="0" err="1" smtClean="0">
                <a:latin typeface="Consolas" charset="0"/>
                <a:ea typeface="Consolas" charset="0"/>
                <a:cs typeface="Consolas" charset="0"/>
              </a:rPr>
              <a:t>keras.preprocessing.image.ImageDataGenerator</a:t>
            </a:r>
            <a:r>
              <a:rPr lang="en-US" sz="1600" dirty="0" smtClean="0">
                <a:latin typeface="Consolas" charset="0"/>
                <a:ea typeface="Consolas" charset="0"/>
                <a:cs typeface="Consolas" charset="0"/>
              </a:rPr>
              <a:t>(</a:t>
            </a:r>
          </a:p>
          <a:p>
            <a:pPr lvl="0"/>
            <a:r>
              <a:rPr lang="en-US" sz="1600" dirty="0" err="1" smtClean="0">
                <a:latin typeface="Consolas" charset="0"/>
                <a:ea typeface="Consolas" charset="0"/>
                <a:cs typeface="Consolas" charset="0"/>
              </a:rPr>
              <a:t>featurewise_center</a:t>
            </a:r>
            <a:r>
              <a:rPr lang="en-US" sz="1600" dirty="0" smtClean="0">
                <a:latin typeface="Consolas" charset="0"/>
                <a:ea typeface="Consolas" charset="0"/>
                <a:cs typeface="Consolas" charset="0"/>
              </a:rPr>
              <a:t>=</a:t>
            </a:r>
            <a:r>
              <a:rPr lang="en-US" sz="1600" b="1" dirty="0" smtClean="0">
                <a:latin typeface="Consolas" charset="0"/>
                <a:ea typeface="Consolas" charset="0"/>
                <a:cs typeface="Consolas" charset="0"/>
              </a:rPr>
              <a:t>False</a:t>
            </a:r>
            <a:r>
              <a:rPr lang="en-US" sz="1600" dirty="0">
                <a:latin typeface="Consolas" charset="0"/>
                <a:ea typeface="Consolas" charset="0"/>
                <a:cs typeface="Consolas" charset="0"/>
              </a:rPr>
              <a:t>, </a:t>
            </a:r>
            <a:r>
              <a:rPr lang="en-US" sz="1600" dirty="0" err="1" smtClean="0">
                <a:latin typeface="Consolas" charset="0"/>
                <a:ea typeface="Consolas" charset="0"/>
                <a:cs typeface="Consolas" charset="0"/>
              </a:rPr>
              <a:t>samplewise_center</a:t>
            </a:r>
            <a:r>
              <a:rPr lang="en-US" sz="1600" dirty="0" smtClean="0">
                <a:latin typeface="Consolas" charset="0"/>
                <a:ea typeface="Consolas" charset="0"/>
                <a:cs typeface="Consolas" charset="0"/>
              </a:rPr>
              <a:t>=</a:t>
            </a:r>
            <a:r>
              <a:rPr lang="en-US" sz="1600" b="1" dirty="0" smtClean="0">
                <a:latin typeface="Consolas" charset="0"/>
                <a:ea typeface="Consolas" charset="0"/>
                <a:cs typeface="Consolas" charset="0"/>
              </a:rPr>
              <a:t>False</a:t>
            </a:r>
            <a:r>
              <a:rPr lang="en-US" sz="1600" dirty="0">
                <a:latin typeface="Consolas" charset="0"/>
                <a:ea typeface="Consolas" charset="0"/>
                <a:cs typeface="Consolas" charset="0"/>
              </a:rPr>
              <a:t>, </a:t>
            </a:r>
            <a:r>
              <a:rPr lang="en-US" sz="1600" dirty="0" err="1">
                <a:latin typeface="Consolas" charset="0"/>
                <a:ea typeface="Consolas" charset="0"/>
                <a:cs typeface="Consolas" charset="0"/>
              </a:rPr>
              <a:t>featurewise_std_normalization</a:t>
            </a:r>
            <a:r>
              <a:rPr lang="en-US" sz="1600" dirty="0">
                <a:latin typeface="Consolas" charset="0"/>
                <a:ea typeface="Consolas" charset="0"/>
                <a:cs typeface="Consolas" charset="0"/>
              </a:rPr>
              <a:t>=</a:t>
            </a:r>
            <a:r>
              <a:rPr lang="en-US" sz="1600" b="1" dirty="0">
                <a:latin typeface="Consolas" charset="0"/>
                <a:ea typeface="Consolas" charset="0"/>
                <a:cs typeface="Consolas" charset="0"/>
              </a:rPr>
              <a:t>False</a:t>
            </a:r>
            <a:r>
              <a:rPr lang="en-US" sz="1600" dirty="0">
                <a:latin typeface="Consolas" charset="0"/>
                <a:ea typeface="Consolas" charset="0"/>
                <a:cs typeface="Consolas" charset="0"/>
              </a:rPr>
              <a:t>, </a:t>
            </a:r>
            <a:r>
              <a:rPr lang="en-US" sz="1600" dirty="0" err="1">
                <a:latin typeface="Consolas" charset="0"/>
                <a:ea typeface="Consolas" charset="0"/>
                <a:cs typeface="Consolas" charset="0"/>
              </a:rPr>
              <a:t>samplewise_std_normalization</a:t>
            </a:r>
            <a:r>
              <a:rPr lang="en-US" sz="1600" dirty="0">
                <a:latin typeface="Consolas" charset="0"/>
                <a:ea typeface="Consolas" charset="0"/>
                <a:cs typeface="Consolas" charset="0"/>
              </a:rPr>
              <a:t>=</a:t>
            </a:r>
            <a:r>
              <a:rPr lang="en-US" sz="1600" b="1" dirty="0">
                <a:latin typeface="Consolas" charset="0"/>
                <a:ea typeface="Consolas" charset="0"/>
                <a:cs typeface="Consolas" charset="0"/>
              </a:rPr>
              <a:t>False</a:t>
            </a:r>
            <a:r>
              <a:rPr lang="en-US" sz="1600" dirty="0">
                <a:latin typeface="Consolas" charset="0"/>
                <a:ea typeface="Consolas" charset="0"/>
                <a:cs typeface="Consolas" charset="0"/>
              </a:rPr>
              <a:t>, </a:t>
            </a:r>
            <a:endParaRPr lang="en-US" sz="1600" dirty="0" smtClean="0">
              <a:latin typeface="Consolas" charset="0"/>
              <a:ea typeface="Consolas" charset="0"/>
              <a:cs typeface="Consolas" charset="0"/>
            </a:endParaRPr>
          </a:p>
          <a:p>
            <a:pPr lvl="0"/>
            <a:r>
              <a:rPr lang="en-US" sz="1600" dirty="0" err="1" smtClean="0">
                <a:latin typeface="Consolas" charset="0"/>
                <a:ea typeface="Consolas" charset="0"/>
                <a:cs typeface="Consolas" charset="0"/>
              </a:rPr>
              <a:t>zca_whitening</a:t>
            </a:r>
            <a:r>
              <a:rPr lang="en-US" sz="1600" dirty="0" smtClean="0">
                <a:latin typeface="Consolas" charset="0"/>
                <a:ea typeface="Consolas" charset="0"/>
                <a:cs typeface="Consolas" charset="0"/>
              </a:rPr>
              <a:t>=</a:t>
            </a:r>
            <a:r>
              <a:rPr lang="en-US" sz="1600" b="1" dirty="0" smtClean="0">
                <a:latin typeface="Consolas" charset="0"/>
                <a:ea typeface="Consolas" charset="0"/>
                <a:cs typeface="Consolas" charset="0"/>
              </a:rPr>
              <a:t>False</a:t>
            </a:r>
            <a:r>
              <a:rPr lang="en-US" sz="1600" dirty="0">
                <a:latin typeface="Consolas" charset="0"/>
                <a:ea typeface="Consolas" charset="0"/>
                <a:cs typeface="Consolas" charset="0"/>
              </a:rPr>
              <a:t>, </a:t>
            </a:r>
            <a:endParaRPr lang="en-US" sz="1600" dirty="0" smtClean="0">
              <a:latin typeface="Consolas" charset="0"/>
              <a:ea typeface="Consolas" charset="0"/>
              <a:cs typeface="Consolas" charset="0"/>
            </a:endParaRPr>
          </a:p>
          <a:p>
            <a:pPr lvl="0"/>
            <a:r>
              <a:rPr lang="en-US" sz="1600" dirty="0" err="1" smtClean="0">
                <a:latin typeface="Consolas" charset="0"/>
                <a:ea typeface="Consolas" charset="0"/>
                <a:cs typeface="Consolas" charset="0"/>
              </a:rPr>
              <a:t>rotation_range</a:t>
            </a:r>
            <a:r>
              <a:rPr lang="en-US" sz="1600" dirty="0" smtClean="0">
                <a:latin typeface="Consolas" charset="0"/>
                <a:ea typeface="Consolas" charset="0"/>
                <a:cs typeface="Consolas" charset="0"/>
              </a:rPr>
              <a:t>=0</a:t>
            </a:r>
            <a:r>
              <a:rPr lang="en-US" sz="1600" dirty="0">
                <a:latin typeface="Consolas" charset="0"/>
                <a:ea typeface="Consolas" charset="0"/>
                <a:cs typeface="Consolas" charset="0"/>
              </a:rPr>
              <a:t>., </a:t>
            </a:r>
            <a:endParaRPr lang="en-US" sz="1600" dirty="0" smtClean="0">
              <a:latin typeface="Consolas" charset="0"/>
              <a:ea typeface="Consolas" charset="0"/>
              <a:cs typeface="Consolas" charset="0"/>
            </a:endParaRPr>
          </a:p>
          <a:p>
            <a:pPr lvl="0"/>
            <a:r>
              <a:rPr lang="en-US" sz="1600" dirty="0" err="1" smtClean="0">
                <a:latin typeface="Consolas" charset="0"/>
                <a:ea typeface="Consolas" charset="0"/>
                <a:cs typeface="Consolas" charset="0"/>
              </a:rPr>
              <a:t>width_shift_range</a:t>
            </a:r>
            <a:r>
              <a:rPr lang="en-US" sz="1600" dirty="0" smtClean="0">
                <a:latin typeface="Consolas" charset="0"/>
                <a:ea typeface="Consolas" charset="0"/>
                <a:cs typeface="Consolas" charset="0"/>
              </a:rPr>
              <a:t>=0</a:t>
            </a:r>
            <a:r>
              <a:rPr lang="en-US" sz="1600" dirty="0">
                <a:latin typeface="Consolas" charset="0"/>
                <a:ea typeface="Consolas" charset="0"/>
                <a:cs typeface="Consolas" charset="0"/>
              </a:rPr>
              <a:t>., </a:t>
            </a:r>
            <a:endParaRPr lang="en-US" sz="1600" dirty="0" smtClean="0">
              <a:latin typeface="Consolas" charset="0"/>
              <a:ea typeface="Consolas" charset="0"/>
              <a:cs typeface="Consolas" charset="0"/>
            </a:endParaRPr>
          </a:p>
          <a:p>
            <a:pPr lvl="0"/>
            <a:r>
              <a:rPr lang="en-US" sz="1600" dirty="0" err="1" smtClean="0">
                <a:latin typeface="Consolas" charset="0"/>
                <a:ea typeface="Consolas" charset="0"/>
                <a:cs typeface="Consolas" charset="0"/>
              </a:rPr>
              <a:t>height_shift_range</a:t>
            </a:r>
            <a:r>
              <a:rPr lang="en-US" sz="1600" dirty="0" smtClean="0">
                <a:latin typeface="Consolas" charset="0"/>
                <a:ea typeface="Consolas" charset="0"/>
                <a:cs typeface="Consolas" charset="0"/>
              </a:rPr>
              <a:t>=0</a:t>
            </a:r>
            <a:r>
              <a:rPr lang="en-US" sz="1600" dirty="0">
                <a:latin typeface="Consolas" charset="0"/>
                <a:ea typeface="Consolas" charset="0"/>
                <a:cs typeface="Consolas" charset="0"/>
              </a:rPr>
              <a:t>., </a:t>
            </a:r>
            <a:endParaRPr lang="en-US" sz="1600" dirty="0" smtClean="0">
              <a:latin typeface="Consolas" charset="0"/>
              <a:ea typeface="Consolas" charset="0"/>
              <a:cs typeface="Consolas" charset="0"/>
            </a:endParaRPr>
          </a:p>
          <a:p>
            <a:pPr lvl="0"/>
            <a:r>
              <a:rPr lang="en-US" sz="1600" dirty="0" err="1" smtClean="0">
                <a:latin typeface="Consolas" charset="0"/>
                <a:ea typeface="Consolas" charset="0"/>
                <a:cs typeface="Consolas" charset="0"/>
              </a:rPr>
              <a:t>shear_range</a:t>
            </a:r>
            <a:r>
              <a:rPr lang="en-US" sz="1600" dirty="0" smtClean="0">
                <a:latin typeface="Consolas" charset="0"/>
                <a:ea typeface="Consolas" charset="0"/>
                <a:cs typeface="Consolas" charset="0"/>
              </a:rPr>
              <a:t>=0</a:t>
            </a:r>
            <a:r>
              <a:rPr lang="en-US" sz="1600" dirty="0">
                <a:latin typeface="Consolas" charset="0"/>
                <a:ea typeface="Consolas" charset="0"/>
                <a:cs typeface="Consolas" charset="0"/>
              </a:rPr>
              <a:t>., </a:t>
            </a:r>
            <a:r>
              <a:rPr lang="en-US" sz="1600" dirty="0" err="1">
                <a:latin typeface="Consolas" charset="0"/>
                <a:ea typeface="Consolas" charset="0"/>
                <a:cs typeface="Consolas" charset="0"/>
              </a:rPr>
              <a:t>zoom_range</a:t>
            </a:r>
            <a:r>
              <a:rPr lang="en-US" sz="1600" dirty="0">
                <a:latin typeface="Consolas" charset="0"/>
                <a:ea typeface="Consolas" charset="0"/>
                <a:cs typeface="Consolas" charset="0"/>
              </a:rPr>
              <a:t>=0., </a:t>
            </a:r>
            <a:r>
              <a:rPr lang="en-US" sz="1600" dirty="0" err="1" smtClean="0">
                <a:latin typeface="Consolas" charset="0"/>
                <a:ea typeface="Consolas" charset="0"/>
                <a:cs typeface="Consolas" charset="0"/>
              </a:rPr>
              <a:t>channel_shift_range</a:t>
            </a:r>
            <a:r>
              <a:rPr lang="en-US" sz="1600" dirty="0" smtClean="0">
                <a:latin typeface="Consolas" charset="0"/>
                <a:ea typeface="Consolas" charset="0"/>
                <a:cs typeface="Consolas" charset="0"/>
              </a:rPr>
              <a:t>=0</a:t>
            </a:r>
            <a:r>
              <a:rPr lang="en-US" sz="1600" dirty="0">
                <a:latin typeface="Consolas" charset="0"/>
                <a:ea typeface="Consolas" charset="0"/>
                <a:cs typeface="Consolas" charset="0"/>
              </a:rPr>
              <a:t>., </a:t>
            </a:r>
            <a:r>
              <a:rPr lang="en-US" sz="1600" dirty="0" err="1">
                <a:latin typeface="Consolas" charset="0"/>
                <a:ea typeface="Consolas" charset="0"/>
                <a:cs typeface="Consolas" charset="0"/>
              </a:rPr>
              <a:t>fill_mode</a:t>
            </a:r>
            <a:r>
              <a:rPr lang="en-US" sz="1600" dirty="0">
                <a:latin typeface="Consolas" charset="0"/>
                <a:ea typeface="Consolas" charset="0"/>
                <a:cs typeface="Consolas" charset="0"/>
              </a:rPr>
              <a:t>='nearest', </a:t>
            </a:r>
            <a:r>
              <a:rPr lang="en-US" sz="1600" dirty="0" err="1" smtClean="0">
                <a:latin typeface="Consolas" charset="0"/>
                <a:ea typeface="Consolas" charset="0"/>
                <a:cs typeface="Consolas" charset="0"/>
              </a:rPr>
              <a:t>cval</a:t>
            </a:r>
            <a:r>
              <a:rPr lang="en-US" sz="1600" dirty="0" smtClean="0">
                <a:latin typeface="Consolas" charset="0"/>
                <a:ea typeface="Consolas" charset="0"/>
                <a:cs typeface="Consolas" charset="0"/>
              </a:rPr>
              <a:t>=0</a:t>
            </a:r>
            <a:r>
              <a:rPr lang="en-US" sz="1600" dirty="0">
                <a:latin typeface="Consolas" charset="0"/>
                <a:ea typeface="Consolas" charset="0"/>
                <a:cs typeface="Consolas" charset="0"/>
              </a:rPr>
              <a:t>., </a:t>
            </a:r>
            <a:endParaRPr lang="en-US" sz="1600" dirty="0" smtClean="0">
              <a:latin typeface="Consolas" charset="0"/>
              <a:ea typeface="Consolas" charset="0"/>
              <a:cs typeface="Consolas" charset="0"/>
            </a:endParaRPr>
          </a:p>
          <a:p>
            <a:pPr lvl="0"/>
            <a:r>
              <a:rPr lang="en-US" sz="1600" dirty="0" err="1" smtClean="0">
                <a:latin typeface="Consolas" charset="0"/>
                <a:ea typeface="Consolas" charset="0"/>
                <a:cs typeface="Consolas" charset="0"/>
              </a:rPr>
              <a:t>horizontal_flip</a:t>
            </a:r>
            <a:r>
              <a:rPr lang="en-US" sz="1600" dirty="0" smtClean="0">
                <a:latin typeface="Consolas" charset="0"/>
                <a:ea typeface="Consolas" charset="0"/>
                <a:cs typeface="Consolas" charset="0"/>
              </a:rPr>
              <a:t>=</a:t>
            </a:r>
            <a:r>
              <a:rPr lang="en-US" sz="1600" b="1" dirty="0" smtClean="0">
                <a:latin typeface="Consolas" charset="0"/>
                <a:ea typeface="Consolas" charset="0"/>
                <a:cs typeface="Consolas" charset="0"/>
              </a:rPr>
              <a:t>False</a:t>
            </a:r>
            <a:r>
              <a:rPr lang="en-US" sz="1600" dirty="0">
                <a:latin typeface="Consolas" charset="0"/>
                <a:ea typeface="Consolas" charset="0"/>
                <a:cs typeface="Consolas" charset="0"/>
              </a:rPr>
              <a:t>, </a:t>
            </a:r>
            <a:r>
              <a:rPr lang="en-US" sz="1600" dirty="0" err="1">
                <a:latin typeface="Consolas" charset="0"/>
                <a:ea typeface="Consolas" charset="0"/>
                <a:cs typeface="Consolas" charset="0"/>
              </a:rPr>
              <a:t>vertical_flip</a:t>
            </a:r>
            <a:r>
              <a:rPr lang="en-US" sz="1600" dirty="0">
                <a:latin typeface="Consolas" charset="0"/>
                <a:ea typeface="Consolas" charset="0"/>
                <a:cs typeface="Consolas" charset="0"/>
              </a:rPr>
              <a:t>=</a:t>
            </a:r>
            <a:r>
              <a:rPr lang="en-US" sz="1600" b="1" dirty="0">
                <a:latin typeface="Consolas" charset="0"/>
                <a:ea typeface="Consolas" charset="0"/>
                <a:cs typeface="Consolas" charset="0"/>
              </a:rPr>
              <a:t>False</a:t>
            </a:r>
            <a:r>
              <a:rPr lang="en-US" sz="1600" dirty="0" smtClean="0">
                <a:latin typeface="Consolas" charset="0"/>
                <a:ea typeface="Consolas" charset="0"/>
                <a:cs typeface="Consolas" charset="0"/>
              </a:rPr>
              <a:t>,</a:t>
            </a:r>
          </a:p>
          <a:p>
            <a:pPr lvl="0"/>
            <a:r>
              <a:rPr lang="en-US" sz="1600" dirty="0" smtClean="0">
                <a:latin typeface="Consolas" charset="0"/>
                <a:ea typeface="Consolas" charset="0"/>
                <a:cs typeface="Consolas" charset="0"/>
              </a:rPr>
              <a:t> </a:t>
            </a:r>
            <a:r>
              <a:rPr lang="en-US" sz="1600" dirty="0">
                <a:latin typeface="Consolas" charset="0"/>
                <a:ea typeface="Consolas" charset="0"/>
                <a:cs typeface="Consolas" charset="0"/>
              </a:rPr>
              <a:t>rescale=</a:t>
            </a:r>
            <a:r>
              <a:rPr lang="en-US" sz="1600" b="1" dirty="0">
                <a:latin typeface="Consolas" charset="0"/>
                <a:ea typeface="Consolas" charset="0"/>
                <a:cs typeface="Consolas" charset="0"/>
              </a:rPr>
              <a:t>None</a:t>
            </a:r>
            <a:r>
              <a:rPr lang="en-US" sz="1600" dirty="0">
                <a:latin typeface="Consolas" charset="0"/>
                <a:ea typeface="Consolas" charset="0"/>
                <a:cs typeface="Consolas" charset="0"/>
              </a:rPr>
              <a:t>, </a:t>
            </a:r>
            <a:r>
              <a:rPr lang="en-US" sz="1600" dirty="0" err="1">
                <a:latin typeface="Consolas" charset="0"/>
                <a:ea typeface="Consolas" charset="0"/>
                <a:cs typeface="Consolas" charset="0"/>
              </a:rPr>
              <a:t>preprocessing_function</a:t>
            </a:r>
            <a:r>
              <a:rPr lang="en-US" sz="1600" dirty="0">
                <a:latin typeface="Consolas" charset="0"/>
                <a:ea typeface="Consolas" charset="0"/>
                <a:cs typeface="Consolas" charset="0"/>
              </a:rPr>
              <a:t>=</a:t>
            </a:r>
            <a:r>
              <a:rPr lang="en-US" sz="1600" b="1" dirty="0">
                <a:latin typeface="Consolas" charset="0"/>
                <a:ea typeface="Consolas" charset="0"/>
                <a:cs typeface="Consolas" charset="0"/>
              </a:rPr>
              <a:t>None</a:t>
            </a:r>
            <a:r>
              <a:rPr lang="en-US" sz="1600" dirty="0">
                <a:latin typeface="Consolas" charset="0"/>
                <a:ea typeface="Consolas" charset="0"/>
                <a:cs typeface="Consolas" charset="0"/>
              </a:rPr>
              <a:t>, </a:t>
            </a:r>
            <a:r>
              <a:rPr lang="en-US" sz="1600" dirty="0" err="1">
                <a:latin typeface="Consolas" charset="0"/>
                <a:ea typeface="Consolas" charset="0"/>
                <a:cs typeface="Consolas" charset="0"/>
              </a:rPr>
              <a:t>data_format</a:t>
            </a:r>
            <a:r>
              <a:rPr lang="en-US" sz="1600" dirty="0">
                <a:latin typeface="Consolas" charset="0"/>
                <a:ea typeface="Consolas" charset="0"/>
                <a:cs typeface="Consolas" charset="0"/>
              </a:rPr>
              <a:t>=</a:t>
            </a:r>
            <a:r>
              <a:rPr lang="en-US" sz="1600" dirty="0" err="1">
                <a:latin typeface="Consolas" charset="0"/>
                <a:ea typeface="Consolas" charset="0"/>
                <a:cs typeface="Consolas" charset="0"/>
              </a:rPr>
              <a:t>K.image_data_format</a:t>
            </a:r>
            <a:r>
              <a:rPr lang="en-US" sz="1600" dirty="0" smtClean="0">
                <a:latin typeface="Consolas" charset="0"/>
                <a:ea typeface="Consolas" charset="0"/>
                <a:cs typeface="Consolas" charset="0"/>
              </a:rPr>
              <a:t>())</a:t>
            </a:r>
          </a:p>
          <a:p>
            <a:pPr lvl="0"/>
            <a:endParaRPr lang="en-US" sz="1600" dirty="0">
              <a:latin typeface="Consolas" charset="0"/>
              <a:ea typeface="Consolas" charset="0"/>
              <a:cs typeface="Consolas" charset="0"/>
            </a:endParaRPr>
          </a:p>
          <a:p>
            <a:pPr lvl="0"/>
            <a:r>
              <a:rPr lang="en-US" sz="2200" dirty="0" smtClean="0">
                <a:solidFill>
                  <a:schemeClr val="bg1"/>
                </a:solidFill>
                <a:latin typeface="Avenir Book" charset="0"/>
                <a:ea typeface="Avenir Book" charset="0"/>
                <a:cs typeface="Avenir Book" charset="0"/>
              </a:rPr>
              <a:t>Lots of options!  We’ll discuss a few.</a:t>
            </a:r>
          </a:p>
        </p:txBody>
      </p:sp>
    </p:spTree>
    <p:extLst>
      <p:ext uri="{BB962C8B-B14F-4D97-AF65-F5344CB8AC3E}">
        <p14:creationId xmlns:p14="http://schemas.microsoft.com/office/powerpoint/2010/main" val="48872114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Shifting Images</a:t>
            </a:r>
            <a:endParaRPr lang="en-US" dirty="0">
              <a:latin typeface="Avenir Book" charset="0"/>
              <a:ea typeface="Avenir Book" charset="0"/>
              <a:cs typeface="Avenir Book" charset="0"/>
            </a:endParaRPr>
          </a:p>
        </p:txBody>
      </p:sp>
      <p:sp>
        <p:nvSpPr>
          <p:cNvPr id="75" name="Rectangle 74"/>
          <p:cNvSpPr/>
          <p:nvPr/>
        </p:nvSpPr>
        <p:spPr>
          <a:xfrm>
            <a:off x="398352" y="969336"/>
            <a:ext cx="8192764" cy="3016210"/>
          </a:xfrm>
          <a:prstGeom prst="rect">
            <a:avLst/>
          </a:prstGeom>
        </p:spPr>
        <p:txBody>
          <a:bodyPr wrap="square">
            <a:spAutoFit/>
          </a:bodyPr>
          <a:lstStyle/>
          <a:p>
            <a:pPr lvl="0"/>
            <a:r>
              <a:rPr lang="en-US" sz="1600" dirty="0" err="1" smtClean="0">
                <a:latin typeface="Consolas" charset="0"/>
                <a:ea typeface="Consolas" charset="0"/>
                <a:cs typeface="Consolas" charset="0"/>
              </a:rPr>
              <a:t>keras.preprocessing.image.ImageDataGenerator</a:t>
            </a:r>
            <a:r>
              <a:rPr lang="en-US" sz="1600" dirty="0" smtClean="0">
                <a:latin typeface="Consolas" charset="0"/>
                <a:ea typeface="Consolas" charset="0"/>
                <a:cs typeface="Consolas" charset="0"/>
              </a:rPr>
              <a:t>(</a:t>
            </a:r>
          </a:p>
          <a:p>
            <a:pPr lvl="0"/>
            <a:r>
              <a:rPr lang="en-US" sz="1600" dirty="0" err="1" smtClean="0">
                <a:latin typeface="Consolas" charset="0"/>
                <a:ea typeface="Consolas" charset="0"/>
                <a:cs typeface="Consolas" charset="0"/>
              </a:rPr>
              <a:t>width_shift_range</a:t>
            </a:r>
            <a:r>
              <a:rPr lang="en-US" sz="1600" dirty="0" smtClean="0">
                <a:latin typeface="Consolas" charset="0"/>
                <a:ea typeface="Consolas" charset="0"/>
                <a:cs typeface="Consolas" charset="0"/>
              </a:rPr>
              <a:t>=0</a:t>
            </a:r>
            <a:r>
              <a:rPr lang="en-US" sz="1600" dirty="0">
                <a:latin typeface="Consolas" charset="0"/>
                <a:ea typeface="Consolas" charset="0"/>
                <a:cs typeface="Consolas" charset="0"/>
              </a:rPr>
              <a:t>., </a:t>
            </a:r>
            <a:endParaRPr lang="en-US" sz="1600" dirty="0" smtClean="0">
              <a:latin typeface="Consolas" charset="0"/>
              <a:ea typeface="Consolas" charset="0"/>
              <a:cs typeface="Consolas" charset="0"/>
            </a:endParaRPr>
          </a:p>
          <a:p>
            <a:pPr lvl="0"/>
            <a:r>
              <a:rPr lang="en-US" sz="1600" dirty="0" err="1" smtClean="0">
                <a:latin typeface="Consolas" charset="0"/>
                <a:ea typeface="Consolas" charset="0"/>
                <a:cs typeface="Consolas" charset="0"/>
              </a:rPr>
              <a:t>height_shift_range</a:t>
            </a:r>
            <a:r>
              <a:rPr lang="en-US" sz="1600" dirty="0" smtClean="0">
                <a:latin typeface="Consolas" charset="0"/>
                <a:ea typeface="Consolas" charset="0"/>
                <a:cs typeface="Consolas" charset="0"/>
              </a:rPr>
              <a:t>=0</a:t>
            </a:r>
            <a:r>
              <a:rPr lang="en-US" sz="1600" dirty="0">
                <a:latin typeface="Consolas" charset="0"/>
                <a:ea typeface="Consolas" charset="0"/>
                <a:cs typeface="Consolas" charset="0"/>
              </a:rPr>
              <a:t>., </a:t>
            </a:r>
            <a:endParaRPr lang="en-US" sz="1600" dirty="0" smtClean="0">
              <a:latin typeface="Consolas" charset="0"/>
              <a:ea typeface="Consolas" charset="0"/>
              <a:cs typeface="Consolas" charset="0"/>
            </a:endParaRPr>
          </a:p>
          <a:p>
            <a:pPr lvl="0"/>
            <a:r>
              <a:rPr lang="is-IS" sz="1600" dirty="0" smtClean="0">
                <a:latin typeface="Consolas" charset="0"/>
                <a:ea typeface="Consolas" charset="0"/>
                <a:cs typeface="Consolas" charset="0"/>
              </a:rPr>
              <a:t>...</a:t>
            </a:r>
            <a:r>
              <a:rPr lang="en-US" sz="1600" dirty="0" smtClean="0">
                <a:latin typeface="Consolas" charset="0"/>
                <a:ea typeface="Consolas" charset="0"/>
                <a:cs typeface="Consolas" charset="0"/>
              </a:rPr>
              <a:t>)</a:t>
            </a:r>
          </a:p>
          <a:p>
            <a:pPr lvl="0"/>
            <a:endParaRPr lang="en-US" sz="1600" dirty="0">
              <a:latin typeface="Consolas" charset="0"/>
              <a:ea typeface="Consolas" charset="0"/>
              <a:cs typeface="Consolas" charset="0"/>
            </a:endParaRPr>
          </a:p>
          <a:p>
            <a:pPr marL="342900" lvl="0" indent="-342900">
              <a:buFont typeface="Arial" charset="0"/>
              <a:buChar char="•"/>
            </a:pPr>
            <a:r>
              <a:rPr lang="en-US" sz="2200" dirty="0" smtClean="0">
                <a:solidFill>
                  <a:schemeClr val="bg1"/>
                </a:solidFill>
                <a:latin typeface="Avenir Book" charset="0"/>
                <a:ea typeface="Avenir Book" charset="0"/>
                <a:cs typeface="Avenir Book" charset="0"/>
              </a:rPr>
              <a:t>These determine the range of possible horizontal or vertical shifts to make to the image.</a:t>
            </a:r>
          </a:p>
          <a:p>
            <a:pPr marL="342900" lvl="0" indent="-342900">
              <a:buFont typeface="Arial" charset="0"/>
              <a:buChar char="•"/>
            </a:pPr>
            <a:r>
              <a:rPr lang="en-US" sz="2200" dirty="0" smtClean="0">
                <a:solidFill>
                  <a:schemeClr val="bg1"/>
                </a:solidFill>
                <a:latin typeface="Avenir Book" charset="0"/>
                <a:ea typeface="Avenir Book" charset="0"/>
                <a:cs typeface="Avenir Book" charset="0"/>
              </a:rPr>
              <a:t>Measured as a percentage of the </a:t>
            </a:r>
            <a:r>
              <a:rPr lang="en-US" sz="2200" dirty="0" err="1" smtClean="0">
                <a:solidFill>
                  <a:schemeClr val="bg1"/>
                </a:solidFill>
                <a:latin typeface="Avenir Book" charset="0"/>
                <a:ea typeface="Avenir Book" charset="0"/>
                <a:cs typeface="Avenir Book" charset="0"/>
              </a:rPr>
              <a:t>ima</a:t>
            </a:r>
            <a:endParaRPr lang="en-US" sz="2200" dirty="0" smtClean="0">
              <a:solidFill>
                <a:schemeClr val="bg1"/>
              </a:solidFill>
              <a:latin typeface="Avenir Book" charset="0"/>
              <a:ea typeface="Avenir Book" charset="0"/>
              <a:cs typeface="Avenir Book" charset="0"/>
            </a:endParaRPr>
          </a:p>
          <a:p>
            <a:pPr lvl="0"/>
            <a:r>
              <a:rPr lang="en-US" sz="1800" dirty="0" err="1" smtClean="0">
                <a:latin typeface="Consolas" charset="0"/>
                <a:ea typeface="Consolas" charset="0"/>
                <a:cs typeface="Consolas" charset="0"/>
              </a:rPr>
              <a:t>width_shift_range</a:t>
            </a:r>
            <a:r>
              <a:rPr lang="en-US" sz="1800" dirty="0" smtClean="0">
                <a:latin typeface="Consolas" charset="0"/>
                <a:ea typeface="Consolas" charset="0"/>
                <a:cs typeface="Consolas" charset="0"/>
              </a:rPr>
              <a:t>=0.1</a:t>
            </a:r>
            <a:r>
              <a:rPr lang="en-US" sz="1800" dirty="0" smtClean="0">
                <a:solidFill>
                  <a:schemeClr val="bg1"/>
                </a:solidFill>
                <a:latin typeface="Avenir Book" charset="0"/>
                <a:ea typeface="Avenir Book" charset="0"/>
                <a:cs typeface="Avenir Book" charset="0"/>
              </a:rPr>
              <a:t>, </a:t>
            </a:r>
            <a:r>
              <a:rPr lang="en-US" sz="2200" dirty="0" smtClean="0">
                <a:solidFill>
                  <a:schemeClr val="bg1"/>
                </a:solidFill>
                <a:latin typeface="Avenir Book" charset="0"/>
                <a:ea typeface="Avenir Book" charset="0"/>
                <a:cs typeface="Avenir Book" charset="0"/>
              </a:rPr>
              <a:t>then it will shift up to 20 pixels to the left or right.</a:t>
            </a:r>
          </a:p>
        </p:txBody>
      </p:sp>
    </p:spTree>
    <p:extLst>
      <p:ext uri="{BB962C8B-B14F-4D97-AF65-F5344CB8AC3E}">
        <p14:creationId xmlns:p14="http://schemas.microsoft.com/office/powerpoint/2010/main" val="45722245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Shifting Images (how to fill in)</a:t>
            </a:r>
            <a:endParaRPr lang="en-US" dirty="0">
              <a:latin typeface="Avenir Book" charset="0"/>
              <a:ea typeface="Avenir Book" charset="0"/>
              <a:cs typeface="Avenir Book" charset="0"/>
            </a:endParaRPr>
          </a:p>
        </p:txBody>
      </p:sp>
      <p:sp>
        <p:nvSpPr>
          <p:cNvPr id="75" name="Rectangle 74"/>
          <p:cNvSpPr/>
          <p:nvPr/>
        </p:nvSpPr>
        <p:spPr>
          <a:xfrm>
            <a:off x="398351" y="969336"/>
            <a:ext cx="8437829" cy="2708434"/>
          </a:xfrm>
          <a:prstGeom prst="rect">
            <a:avLst/>
          </a:prstGeom>
        </p:spPr>
        <p:txBody>
          <a:bodyPr wrap="square">
            <a:spAutoFit/>
          </a:bodyPr>
          <a:lstStyle/>
          <a:p>
            <a:pPr lvl="0"/>
            <a:r>
              <a:rPr lang="en-US" sz="1600" dirty="0" err="1" smtClean="0">
                <a:latin typeface="Consolas" charset="0"/>
                <a:ea typeface="Consolas" charset="0"/>
                <a:cs typeface="Consolas" charset="0"/>
              </a:rPr>
              <a:t>keras.preprocessing.image.ImageDataGenerator</a:t>
            </a:r>
            <a:r>
              <a:rPr lang="en-US" sz="1600" dirty="0" smtClean="0">
                <a:latin typeface="Consolas" charset="0"/>
                <a:ea typeface="Consolas" charset="0"/>
                <a:cs typeface="Consolas" charset="0"/>
              </a:rPr>
              <a:t>(</a:t>
            </a:r>
          </a:p>
          <a:p>
            <a:pPr lvl="0"/>
            <a:r>
              <a:rPr lang="is-IS" sz="1600" dirty="0" smtClean="0">
                <a:latin typeface="Consolas" charset="0"/>
                <a:ea typeface="Consolas" charset="0"/>
                <a:cs typeface="Consolas" charset="0"/>
              </a:rPr>
              <a:t>...,</a:t>
            </a:r>
          </a:p>
          <a:p>
            <a:pPr lvl="0"/>
            <a:r>
              <a:rPr lang="en-US" sz="1600" dirty="0" err="1" smtClean="0">
                <a:latin typeface="Consolas" charset="0"/>
                <a:ea typeface="Consolas" charset="0"/>
                <a:cs typeface="Consolas" charset="0"/>
              </a:rPr>
              <a:t>fill_mode</a:t>
            </a:r>
            <a:r>
              <a:rPr lang="en-US" sz="1600" dirty="0" smtClean="0">
                <a:latin typeface="Consolas" charset="0"/>
                <a:ea typeface="Consolas" charset="0"/>
                <a:cs typeface="Consolas" charset="0"/>
              </a:rPr>
              <a:t>='nearest', </a:t>
            </a:r>
            <a:r>
              <a:rPr lang="en-US" sz="1600" dirty="0" err="1" smtClean="0">
                <a:latin typeface="Consolas" charset="0"/>
                <a:ea typeface="Consolas" charset="0"/>
                <a:cs typeface="Consolas" charset="0"/>
              </a:rPr>
              <a:t>cval</a:t>
            </a:r>
            <a:r>
              <a:rPr lang="en-US" sz="1600" dirty="0" smtClean="0">
                <a:latin typeface="Consolas" charset="0"/>
                <a:ea typeface="Consolas" charset="0"/>
                <a:cs typeface="Consolas" charset="0"/>
              </a:rPr>
              <a:t>=0., </a:t>
            </a:r>
          </a:p>
          <a:p>
            <a:pPr lvl="0"/>
            <a:r>
              <a:rPr lang="en-US" sz="1600" dirty="0" smtClean="0">
                <a:latin typeface="Consolas" charset="0"/>
                <a:ea typeface="Consolas" charset="0"/>
                <a:cs typeface="Consolas" charset="0"/>
              </a:rPr>
              <a:t>...)</a:t>
            </a:r>
          </a:p>
          <a:p>
            <a:pPr lvl="0"/>
            <a:endParaRPr lang="en-US" sz="1600" dirty="0">
              <a:latin typeface="Consolas" charset="0"/>
              <a:ea typeface="Consolas" charset="0"/>
              <a:cs typeface="Consolas" charset="0"/>
            </a:endParaRPr>
          </a:p>
          <a:p>
            <a:pPr marL="342900" lvl="0" indent="-342900">
              <a:buFont typeface="Arial" charset="0"/>
              <a:buChar char="•"/>
            </a:pPr>
            <a:r>
              <a:rPr lang="en-US" sz="2200" dirty="0" smtClean="0">
                <a:solidFill>
                  <a:schemeClr val="bg1"/>
                </a:solidFill>
                <a:latin typeface="Avenir Book" charset="0"/>
                <a:ea typeface="Avenir Book" charset="0"/>
                <a:cs typeface="Avenir Book" charset="0"/>
              </a:rPr>
              <a:t>When shifting, we don’t wish to change the proportions of the image.</a:t>
            </a:r>
          </a:p>
          <a:p>
            <a:pPr marL="342900" lvl="0" indent="-342900">
              <a:buFont typeface="Arial" charset="0"/>
              <a:buChar char="•"/>
            </a:pPr>
            <a:r>
              <a:rPr lang="en-US" sz="2200" dirty="0" smtClean="0">
                <a:solidFill>
                  <a:schemeClr val="bg1"/>
                </a:solidFill>
                <a:latin typeface="Avenir Book" charset="0"/>
                <a:ea typeface="Avenir Book" charset="0"/>
                <a:cs typeface="Avenir Book" charset="0"/>
              </a:rPr>
              <a:t>We need to “fill in” the pixels on the other side.</a:t>
            </a:r>
          </a:p>
          <a:p>
            <a:pPr lvl="0"/>
            <a:r>
              <a:rPr lang="en-US" sz="1800" dirty="0" err="1">
                <a:latin typeface="Consolas" charset="0"/>
                <a:ea typeface="Consolas" charset="0"/>
                <a:cs typeface="Consolas" charset="0"/>
              </a:rPr>
              <a:t>c</a:t>
            </a:r>
            <a:r>
              <a:rPr lang="en-US" sz="1800" dirty="0" err="1" smtClean="0">
                <a:latin typeface="Consolas" charset="0"/>
                <a:ea typeface="Consolas" charset="0"/>
                <a:cs typeface="Consolas" charset="0"/>
              </a:rPr>
              <a:t>val</a:t>
            </a:r>
            <a:r>
              <a:rPr lang="en-US" sz="2400" dirty="0" err="1" smtClean="0">
                <a:solidFill>
                  <a:schemeClr val="bg1"/>
                </a:solidFill>
                <a:latin typeface="Avenir Book" charset="0"/>
                <a:ea typeface="Avenir Book" charset="0"/>
                <a:cs typeface="Avenir Book" charset="0"/>
              </a:rPr>
              <a:t>t</a:t>
            </a:r>
            <a:r>
              <a:rPr lang="en-US" sz="1800" dirty="0" err="1" smtClean="0">
                <a:latin typeface="Consolas" charset="0"/>
                <a:ea typeface="Consolas" charset="0"/>
                <a:cs typeface="Consolas" charset="0"/>
              </a:rPr>
              <a:t>"constant</a:t>
            </a:r>
            <a:r>
              <a:rPr lang="en-US" sz="1800" dirty="0" smtClean="0">
                <a:latin typeface="Consolas" charset="0"/>
                <a:ea typeface="Consolas" charset="0"/>
                <a:cs typeface="Consolas" charset="0"/>
              </a:rPr>
              <a:t>”, ”nearest”, “reflect”, “wrap”</a:t>
            </a:r>
            <a:r>
              <a:rPr lang="en-US" sz="2400" dirty="0" smtClean="0">
                <a:solidFill>
                  <a:schemeClr val="bg1"/>
                </a:solidFill>
                <a:latin typeface="Avenir Book" charset="0"/>
                <a:ea typeface="Avenir Book" charset="0"/>
                <a:cs typeface="Avenir Book" charset="0"/>
              </a:rPr>
              <a:t>.</a:t>
            </a:r>
            <a:endParaRPr lang="en-US" sz="2200" dirty="0" smtClean="0">
              <a:solidFill>
                <a:schemeClr val="bg1"/>
              </a:solidFill>
              <a:latin typeface="Avenir Book" charset="0"/>
              <a:ea typeface="Avenir Book" charset="0"/>
              <a:cs typeface="Avenir Book" charset="0"/>
            </a:endParaRPr>
          </a:p>
        </p:txBody>
      </p:sp>
    </p:spTree>
    <p:extLst>
      <p:ext uri="{BB962C8B-B14F-4D97-AF65-F5344CB8AC3E}">
        <p14:creationId xmlns:p14="http://schemas.microsoft.com/office/powerpoint/2010/main" val="136113128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Rotating Images</a:t>
            </a:r>
            <a:endParaRPr lang="en-US" dirty="0">
              <a:latin typeface="Avenir Book" charset="0"/>
              <a:ea typeface="Avenir Book" charset="0"/>
              <a:cs typeface="Avenir Book" charset="0"/>
            </a:endParaRPr>
          </a:p>
        </p:txBody>
      </p:sp>
      <p:sp>
        <p:nvSpPr>
          <p:cNvPr id="75" name="Rectangle 74"/>
          <p:cNvSpPr/>
          <p:nvPr/>
        </p:nvSpPr>
        <p:spPr>
          <a:xfrm>
            <a:off x="398352" y="969336"/>
            <a:ext cx="8192764" cy="3016210"/>
          </a:xfrm>
          <a:prstGeom prst="rect">
            <a:avLst/>
          </a:prstGeom>
        </p:spPr>
        <p:txBody>
          <a:bodyPr wrap="square">
            <a:spAutoFit/>
          </a:bodyPr>
          <a:lstStyle/>
          <a:p>
            <a:pPr lvl="0"/>
            <a:r>
              <a:rPr lang="en-US" sz="1600" dirty="0" err="1" smtClean="0">
                <a:latin typeface="Consolas" charset="0"/>
                <a:ea typeface="Consolas" charset="0"/>
                <a:cs typeface="Consolas" charset="0"/>
              </a:rPr>
              <a:t>keras.preprocessing.image.ImageDataGenerator</a:t>
            </a:r>
            <a:r>
              <a:rPr lang="en-US" sz="1600" dirty="0" smtClean="0">
                <a:latin typeface="Consolas" charset="0"/>
                <a:ea typeface="Consolas" charset="0"/>
                <a:cs typeface="Consolas" charset="0"/>
              </a:rPr>
              <a:t>(</a:t>
            </a:r>
          </a:p>
          <a:p>
            <a:pPr lvl="0"/>
            <a:r>
              <a:rPr lang="en-US" sz="1600" dirty="0" smtClean="0">
                <a:latin typeface="Consolas" charset="0"/>
                <a:ea typeface="Consolas" charset="0"/>
                <a:cs typeface="Consolas" charset="0"/>
              </a:rPr>
              <a:t>...,</a:t>
            </a:r>
          </a:p>
          <a:p>
            <a:pPr lvl="0"/>
            <a:r>
              <a:rPr lang="en-US" sz="1600" dirty="0" err="1" smtClean="0">
                <a:latin typeface="Consolas" charset="0"/>
                <a:ea typeface="Consolas" charset="0"/>
                <a:cs typeface="Consolas" charset="0"/>
              </a:rPr>
              <a:t>rotation_range</a:t>
            </a:r>
            <a:r>
              <a:rPr lang="en-US" sz="1600" dirty="0" smtClean="0">
                <a:latin typeface="Consolas" charset="0"/>
                <a:ea typeface="Consolas" charset="0"/>
                <a:cs typeface="Consolas" charset="0"/>
              </a:rPr>
              <a:t>=0</a:t>
            </a:r>
            <a:r>
              <a:rPr lang="en-US" sz="1600" dirty="0">
                <a:latin typeface="Consolas" charset="0"/>
                <a:ea typeface="Consolas" charset="0"/>
                <a:cs typeface="Consolas" charset="0"/>
              </a:rPr>
              <a:t>., </a:t>
            </a:r>
            <a:endParaRPr lang="en-US" sz="1600" dirty="0" smtClean="0">
              <a:latin typeface="Consolas" charset="0"/>
              <a:ea typeface="Consolas" charset="0"/>
              <a:cs typeface="Consolas" charset="0"/>
            </a:endParaRPr>
          </a:p>
          <a:p>
            <a:pPr lvl="0"/>
            <a:r>
              <a:rPr lang="en-US" sz="1600" dirty="0" smtClean="0">
                <a:latin typeface="Consolas" charset="0"/>
                <a:ea typeface="Consolas" charset="0"/>
                <a:cs typeface="Consolas" charset="0"/>
              </a:rPr>
              <a:t>...)</a:t>
            </a:r>
          </a:p>
          <a:p>
            <a:pPr lvl="0"/>
            <a:endParaRPr lang="en-US" sz="1600" dirty="0">
              <a:latin typeface="Consolas" charset="0"/>
              <a:ea typeface="Consolas" charset="0"/>
              <a:cs typeface="Consolas" charset="0"/>
            </a:endParaRPr>
          </a:p>
          <a:p>
            <a:pPr marL="342900" lvl="0" indent="-342900">
              <a:buFont typeface="Arial" charset="0"/>
              <a:buChar char="•"/>
            </a:pPr>
            <a:r>
              <a:rPr lang="en-US" sz="2200" dirty="0" smtClean="0">
                <a:solidFill>
                  <a:schemeClr val="bg1"/>
                </a:solidFill>
                <a:latin typeface="Avenir Book" charset="0"/>
                <a:ea typeface="Avenir Book" charset="0"/>
                <a:cs typeface="Avenir Book" charset="0"/>
              </a:rPr>
              <a:t>This allows us to specify a range of possible rotations</a:t>
            </a:r>
          </a:p>
          <a:p>
            <a:pPr marL="342900" lvl="0" indent="-342900">
              <a:buFont typeface="Arial" charset="0"/>
              <a:buChar char="•"/>
            </a:pPr>
            <a:r>
              <a:rPr lang="en-US" sz="2200" dirty="0" smtClean="0">
                <a:solidFill>
                  <a:schemeClr val="bg1"/>
                </a:solidFill>
                <a:latin typeface="Avenir Book" charset="0"/>
                <a:ea typeface="Avenir Book" charset="0"/>
                <a:cs typeface="Avenir Book" charset="0"/>
              </a:rPr>
              <a:t>Mea</a:t>
            </a:r>
          </a:p>
          <a:p>
            <a:pPr marL="342900" lvl="0" indent="-342900">
              <a:buFont typeface="Arial" charset="0"/>
              <a:buChar char="•"/>
            </a:pPr>
            <a:r>
              <a:rPr lang="en-US" sz="2200" dirty="0" err="1" smtClean="0">
                <a:solidFill>
                  <a:schemeClr val="bg1"/>
                </a:solidFill>
                <a:latin typeface="Avenir Book" charset="0"/>
                <a:ea typeface="Avenir Book" charset="0"/>
                <a:cs typeface="Avenir Book" charset="0"/>
              </a:rPr>
              <a:t>suren</a:t>
            </a:r>
            <a:r>
              <a:rPr lang="en-US" sz="2200" dirty="0" smtClean="0">
                <a:solidFill>
                  <a:schemeClr val="bg1"/>
                </a:solidFill>
                <a:latin typeface="Avenir Book" charset="0"/>
                <a:ea typeface="Avenir Book" charset="0"/>
                <a:cs typeface="Avenir Book" charset="0"/>
              </a:rPr>
              <a:t> degrees</a:t>
            </a:r>
          </a:p>
          <a:p>
            <a:pPr lvl="0"/>
            <a:r>
              <a:rPr lang="en-US" sz="1800" dirty="0" err="1" smtClean="0">
                <a:latin typeface="Consolas" charset="0"/>
                <a:ea typeface="Consolas" charset="0"/>
                <a:cs typeface="Consolas" charset="0"/>
              </a:rPr>
              <a:t>rotation_range</a:t>
            </a:r>
            <a:r>
              <a:rPr lang="en-US" sz="1800" dirty="0" smtClean="0">
                <a:latin typeface="Consolas" charset="0"/>
                <a:ea typeface="Consolas" charset="0"/>
                <a:cs typeface="Consolas" charset="0"/>
              </a:rPr>
              <a:t>=30</a:t>
            </a:r>
            <a:r>
              <a:rPr lang="en-US" sz="2200" dirty="0" smtClean="0">
                <a:solidFill>
                  <a:schemeClr val="bg1"/>
                </a:solidFill>
                <a:latin typeface="Avenir Book" charset="0"/>
                <a:ea typeface="Avenir Book" charset="0"/>
                <a:cs typeface="Avenir Book" charset="0"/>
              </a:rPr>
              <a:t> means up to a 30 degree rotation (in either direction) </a:t>
            </a:r>
          </a:p>
        </p:txBody>
      </p:sp>
    </p:spTree>
    <p:extLst>
      <p:ext uri="{BB962C8B-B14F-4D97-AF65-F5344CB8AC3E}">
        <p14:creationId xmlns:p14="http://schemas.microsoft.com/office/powerpoint/2010/main" val="163843584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Flipping Images</a:t>
            </a:r>
            <a:endParaRPr lang="en-US" dirty="0">
              <a:latin typeface="Avenir Book" charset="0"/>
              <a:ea typeface="Avenir Book" charset="0"/>
              <a:cs typeface="Avenir Book" charset="0"/>
            </a:endParaRPr>
          </a:p>
        </p:txBody>
      </p:sp>
      <p:sp>
        <p:nvSpPr>
          <p:cNvPr id="75" name="Rectangle 74"/>
          <p:cNvSpPr/>
          <p:nvPr/>
        </p:nvSpPr>
        <p:spPr>
          <a:xfrm>
            <a:off x="398352" y="969336"/>
            <a:ext cx="8192764" cy="2000548"/>
          </a:xfrm>
          <a:prstGeom prst="rect">
            <a:avLst/>
          </a:prstGeom>
        </p:spPr>
        <p:txBody>
          <a:bodyPr wrap="square">
            <a:spAutoFit/>
          </a:bodyPr>
          <a:lstStyle/>
          <a:p>
            <a:pPr lvl="0"/>
            <a:r>
              <a:rPr lang="en-US" sz="1600" dirty="0" err="1" smtClean="0">
                <a:latin typeface="Consolas" charset="0"/>
                <a:ea typeface="Consolas" charset="0"/>
                <a:cs typeface="Consolas" charset="0"/>
              </a:rPr>
              <a:t>keras.preprocessing.image.ImageDataGenerator</a:t>
            </a:r>
            <a:r>
              <a:rPr lang="en-US" sz="1600" dirty="0" smtClean="0">
                <a:latin typeface="Consolas" charset="0"/>
                <a:ea typeface="Consolas" charset="0"/>
                <a:cs typeface="Consolas" charset="0"/>
              </a:rPr>
              <a:t>(</a:t>
            </a:r>
          </a:p>
          <a:p>
            <a:pPr lvl="0"/>
            <a:r>
              <a:rPr lang="is-IS" sz="1600" dirty="0" smtClean="0">
                <a:latin typeface="Consolas" charset="0"/>
                <a:ea typeface="Consolas" charset="0"/>
                <a:cs typeface="Consolas" charset="0"/>
              </a:rPr>
              <a:t>...,</a:t>
            </a:r>
            <a:endParaRPr lang="en-US" sz="1600" dirty="0" smtClean="0">
              <a:latin typeface="Consolas" charset="0"/>
              <a:ea typeface="Consolas" charset="0"/>
              <a:cs typeface="Consolas" charset="0"/>
            </a:endParaRPr>
          </a:p>
          <a:p>
            <a:pPr lvl="0"/>
            <a:r>
              <a:rPr lang="en-US" sz="1600" dirty="0" err="1" smtClean="0">
                <a:latin typeface="Consolas" charset="0"/>
                <a:ea typeface="Consolas" charset="0"/>
                <a:cs typeface="Consolas" charset="0"/>
              </a:rPr>
              <a:t>horizontal_flip</a:t>
            </a:r>
            <a:r>
              <a:rPr lang="en-US" sz="1600" dirty="0" smtClean="0">
                <a:latin typeface="Consolas" charset="0"/>
                <a:ea typeface="Consolas" charset="0"/>
                <a:cs typeface="Consolas" charset="0"/>
              </a:rPr>
              <a:t>=</a:t>
            </a:r>
            <a:r>
              <a:rPr lang="en-US" sz="1600" b="1" dirty="0" smtClean="0">
                <a:latin typeface="Consolas" charset="0"/>
                <a:ea typeface="Consolas" charset="0"/>
                <a:cs typeface="Consolas" charset="0"/>
              </a:rPr>
              <a:t>False</a:t>
            </a:r>
            <a:r>
              <a:rPr lang="en-US" sz="1600" dirty="0">
                <a:latin typeface="Consolas" charset="0"/>
                <a:ea typeface="Consolas" charset="0"/>
                <a:cs typeface="Consolas" charset="0"/>
              </a:rPr>
              <a:t>, </a:t>
            </a:r>
            <a:r>
              <a:rPr lang="en-US" sz="1600" dirty="0" err="1">
                <a:latin typeface="Consolas" charset="0"/>
                <a:ea typeface="Consolas" charset="0"/>
                <a:cs typeface="Consolas" charset="0"/>
              </a:rPr>
              <a:t>vertical_flip</a:t>
            </a:r>
            <a:r>
              <a:rPr lang="en-US" sz="1600" dirty="0">
                <a:latin typeface="Consolas" charset="0"/>
                <a:ea typeface="Consolas" charset="0"/>
                <a:cs typeface="Consolas" charset="0"/>
              </a:rPr>
              <a:t>=</a:t>
            </a:r>
            <a:r>
              <a:rPr lang="en-US" sz="1600" b="1" dirty="0">
                <a:latin typeface="Consolas" charset="0"/>
                <a:ea typeface="Consolas" charset="0"/>
                <a:cs typeface="Consolas" charset="0"/>
              </a:rPr>
              <a:t>False</a:t>
            </a:r>
            <a:r>
              <a:rPr lang="en-US" sz="1600" dirty="0" smtClean="0">
                <a:latin typeface="Consolas" charset="0"/>
                <a:ea typeface="Consolas" charset="0"/>
                <a:cs typeface="Consolas" charset="0"/>
              </a:rPr>
              <a:t>,</a:t>
            </a:r>
          </a:p>
          <a:p>
            <a:pPr lvl="0"/>
            <a:r>
              <a:rPr lang="en-US" sz="1600" dirty="0" smtClean="0">
                <a:latin typeface="Consolas" charset="0"/>
                <a:ea typeface="Consolas" charset="0"/>
                <a:cs typeface="Consolas" charset="0"/>
              </a:rPr>
              <a:t>...</a:t>
            </a:r>
            <a:r>
              <a:rPr lang="is-IS" sz="1600" dirty="0" smtClean="0">
                <a:latin typeface="Consolas" charset="0"/>
                <a:ea typeface="Consolas" charset="0"/>
                <a:cs typeface="Consolas" charset="0"/>
              </a:rPr>
              <a:t>)</a:t>
            </a:r>
            <a:endParaRPr lang="en-US" sz="1600" dirty="0" smtClean="0">
              <a:latin typeface="Consolas" charset="0"/>
              <a:ea typeface="Consolas" charset="0"/>
              <a:cs typeface="Consolas" charset="0"/>
            </a:endParaRPr>
          </a:p>
          <a:p>
            <a:pPr lvl="0"/>
            <a:endParaRPr lang="en-US" sz="1600" dirty="0">
              <a:latin typeface="Consolas" charset="0"/>
              <a:ea typeface="Consolas" charset="0"/>
              <a:cs typeface="Consolas" charset="0"/>
            </a:endParaRPr>
          </a:p>
          <a:p>
            <a:pPr lvl="0"/>
            <a:r>
              <a:rPr lang="en-US" sz="2200" dirty="0" smtClean="0">
                <a:solidFill>
                  <a:schemeClr val="bg1"/>
                </a:solidFill>
                <a:latin typeface="Avenir Book" charset="0"/>
                <a:ea typeface="Avenir Book" charset="0"/>
                <a:cs typeface="Avenir Book" charset="0"/>
              </a:rPr>
              <a:t>Whether or not to randomly flip in a horizontal or vertical direction.</a:t>
            </a:r>
          </a:p>
        </p:txBody>
      </p:sp>
    </p:spTree>
    <p:extLst>
      <p:ext uri="{BB962C8B-B14F-4D97-AF65-F5344CB8AC3E}">
        <p14:creationId xmlns:p14="http://schemas.microsoft.com/office/powerpoint/2010/main" val="161378491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err="1" smtClean="0">
                <a:latin typeface="Avenir Book" charset="0"/>
                <a:ea typeface="Avenir Book" charset="0"/>
                <a:cs typeface="Avenir Book" charset="0"/>
              </a:rPr>
              <a:t>Keras</a:t>
            </a:r>
            <a:r>
              <a:rPr lang="en-US" dirty="0" smtClean="0">
                <a:latin typeface="Avenir Book" charset="0"/>
                <a:ea typeface="Avenir Book" charset="0"/>
                <a:cs typeface="Avenir Book" charset="0"/>
              </a:rPr>
              <a:t> Functional API</a:t>
            </a:r>
            <a:endParaRPr lang="en-US" dirty="0">
              <a:latin typeface="Avenir Book" charset="0"/>
              <a:ea typeface="Avenir Book" charset="0"/>
              <a:cs typeface="Avenir Book" charset="0"/>
            </a:endParaRPr>
          </a:p>
        </p:txBody>
      </p:sp>
      <p:sp>
        <p:nvSpPr>
          <p:cNvPr id="75" name="Rectangle 74"/>
          <p:cNvSpPr/>
          <p:nvPr/>
        </p:nvSpPr>
        <p:spPr>
          <a:xfrm>
            <a:off x="398352" y="1227244"/>
            <a:ext cx="8192764" cy="3139321"/>
          </a:xfrm>
          <a:prstGeom prst="rect">
            <a:avLst/>
          </a:prstGeom>
        </p:spPr>
        <p:txBody>
          <a:bodyPr wrap="square">
            <a:spAutoFit/>
          </a:bodyPr>
          <a:lstStyle/>
          <a:p>
            <a:pPr marL="457200" lvl="0" indent="-457200">
              <a:buFont typeface="Arial" charset="0"/>
              <a:buChar char="•"/>
            </a:pPr>
            <a:r>
              <a:rPr lang="en-US" sz="2200" dirty="0" smtClean="0">
                <a:latin typeface="Avenir Book" charset="0"/>
                <a:ea typeface="Avenir Book" charset="0"/>
                <a:cs typeface="Avenir Book" charset="0"/>
              </a:rPr>
              <a:t>So far we have primarily used the </a:t>
            </a:r>
            <a:r>
              <a:rPr lang="en-US" sz="2200" dirty="0" err="1" smtClean="0">
                <a:latin typeface="Avenir Book" charset="0"/>
                <a:ea typeface="Avenir Book" charset="0"/>
                <a:cs typeface="Avenir Book" charset="0"/>
              </a:rPr>
              <a:t>Keras</a:t>
            </a:r>
            <a:r>
              <a:rPr lang="en-US" sz="2200" dirty="0" smtClean="0">
                <a:latin typeface="Avenir Book" charset="0"/>
                <a:ea typeface="Avenir Book" charset="0"/>
                <a:cs typeface="Avenir Book" charset="0"/>
              </a:rPr>
              <a:t> Sequential method.</a:t>
            </a:r>
          </a:p>
          <a:p>
            <a:pPr marL="457200" lvl="0" indent="-457200">
              <a:buFont typeface="Arial" charset="0"/>
              <a:buChar char="•"/>
            </a:pPr>
            <a:r>
              <a:rPr lang="en-US" sz="2200" dirty="0" smtClean="0">
                <a:latin typeface="Avenir Book" charset="0"/>
                <a:ea typeface="Avenir Book" charset="0"/>
                <a:cs typeface="Avenir Book" charset="0"/>
              </a:rPr>
              <a:t>Very convenient when each additional layer takes the results of the previous layer.</a:t>
            </a:r>
          </a:p>
          <a:p>
            <a:pPr marL="457200" lvl="0" indent="-457200">
              <a:buFont typeface="Arial" charset="0"/>
              <a:buChar char="•"/>
            </a:pPr>
            <a:r>
              <a:rPr lang="en-US" sz="2200" dirty="0" smtClean="0">
                <a:latin typeface="Avenir Book" charset="0"/>
                <a:ea typeface="Avenir Book" charset="0"/>
                <a:cs typeface="Avenir Book" charset="0"/>
              </a:rPr>
              <a:t>However, suppose we have more than one input to a particular layer.</a:t>
            </a:r>
          </a:p>
          <a:p>
            <a:pPr marL="457200" lvl="0" indent="-457200">
              <a:buFont typeface="Arial" charset="0"/>
              <a:buChar char="•"/>
            </a:pPr>
            <a:r>
              <a:rPr lang="en-US" sz="2200" dirty="0" smtClean="0">
                <a:latin typeface="Avenir Book" charset="0"/>
                <a:ea typeface="Avenir Book" charset="0"/>
                <a:cs typeface="Avenir Book" charset="0"/>
              </a:rPr>
              <a:t>Suppose we have multiple outputs, and want different loss functions for these outputs.</a:t>
            </a:r>
          </a:p>
          <a:p>
            <a:pPr marL="457200" lvl="0" indent="-457200">
              <a:buFont typeface="Arial" charset="0"/>
              <a:buChar char="•"/>
            </a:pPr>
            <a:r>
              <a:rPr lang="en-US" sz="2200" dirty="0" smtClean="0">
                <a:latin typeface="Avenir Book" charset="0"/>
                <a:ea typeface="Avenir Book" charset="0"/>
                <a:cs typeface="Avenir Book" charset="0"/>
              </a:rPr>
              <a:t>More complicated graph structures require the Functional API.</a:t>
            </a:r>
          </a:p>
        </p:txBody>
      </p:sp>
    </p:spTree>
    <p:extLst>
      <p:ext uri="{BB962C8B-B14F-4D97-AF65-F5344CB8AC3E}">
        <p14:creationId xmlns:p14="http://schemas.microsoft.com/office/powerpoint/2010/main" val="59426527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err="1" smtClean="0">
                <a:latin typeface="Avenir Book" charset="0"/>
                <a:ea typeface="Avenir Book" charset="0"/>
                <a:cs typeface="Avenir Book" charset="0"/>
              </a:rPr>
              <a:t>Keras</a:t>
            </a:r>
            <a:r>
              <a:rPr lang="en-US" dirty="0" smtClean="0">
                <a:latin typeface="Avenir Book" charset="0"/>
                <a:ea typeface="Avenir Book" charset="0"/>
                <a:cs typeface="Avenir Book" charset="0"/>
              </a:rPr>
              <a:t> Functional API - principles</a:t>
            </a:r>
            <a:endParaRPr lang="en-US" dirty="0">
              <a:latin typeface="Avenir Book" charset="0"/>
              <a:ea typeface="Avenir Book" charset="0"/>
              <a:cs typeface="Avenir Book" charset="0"/>
            </a:endParaRPr>
          </a:p>
        </p:txBody>
      </p:sp>
      <p:sp>
        <p:nvSpPr>
          <p:cNvPr id="75" name="Rectangle 74"/>
          <p:cNvSpPr/>
          <p:nvPr/>
        </p:nvSpPr>
        <p:spPr>
          <a:xfrm>
            <a:off x="398352" y="1227244"/>
            <a:ext cx="8192764" cy="2800767"/>
          </a:xfrm>
          <a:prstGeom prst="rect">
            <a:avLst/>
          </a:prstGeom>
        </p:spPr>
        <p:txBody>
          <a:bodyPr wrap="square">
            <a:spAutoFit/>
          </a:bodyPr>
          <a:lstStyle/>
          <a:p>
            <a:pPr marL="457200" lvl="0" indent="-457200">
              <a:buFont typeface="Arial" charset="0"/>
              <a:buChar char="•"/>
            </a:pPr>
            <a:r>
              <a:rPr lang="en-US" sz="2200" dirty="0" smtClean="0">
                <a:latin typeface="Avenir Book" charset="0"/>
                <a:ea typeface="Avenir Book" charset="0"/>
                <a:cs typeface="Avenir Book" charset="0"/>
              </a:rPr>
              <a:t>Every layer is “callable” on a tensor, and returns a tensor.</a:t>
            </a:r>
          </a:p>
          <a:p>
            <a:pPr marL="457200" lvl="0" indent="-457200">
              <a:buFont typeface="Arial" charset="0"/>
              <a:buChar char="•"/>
            </a:pPr>
            <a:r>
              <a:rPr lang="en-US" sz="2200" dirty="0" smtClean="0">
                <a:latin typeface="Avenir Book" charset="0"/>
                <a:ea typeface="Avenir Book" charset="0"/>
                <a:cs typeface="Avenir Book" charset="0"/>
              </a:rPr>
              <a:t>Specifically designate inputs using the </a:t>
            </a:r>
            <a:r>
              <a:rPr lang="en-US" sz="2200" dirty="0" smtClean="0">
                <a:latin typeface="Consolas" charset="0"/>
                <a:ea typeface="Consolas" charset="0"/>
                <a:cs typeface="Consolas" charset="0"/>
              </a:rPr>
              <a:t>Input</a:t>
            </a:r>
            <a:r>
              <a:rPr lang="en-US" sz="2200" dirty="0" smtClean="0">
                <a:latin typeface="Avenir Book" charset="0"/>
                <a:ea typeface="Avenir Book" charset="0"/>
                <a:cs typeface="Avenir Book" charset="0"/>
              </a:rPr>
              <a:t> layer.</a:t>
            </a:r>
          </a:p>
          <a:p>
            <a:pPr marL="457200" lvl="0" indent="-457200">
              <a:buFont typeface="Arial" charset="0"/>
              <a:buChar char="•"/>
            </a:pPr>
            <a:r>
              <a:rPr lang="en-US" sz="2200" dirty="0" smtClean="0">
                <a:latin typeface="Avenir Book" charset="0"/>
                <a:ea typeface="Avenir Book" charset="0"/>
                <a:cs typeface="Avenir Book" charset="0"/>
              </a:rPr>
              <a:t>Merge outputs into a single output using </a:t>
            </a:r>
            <a:r>
              <a:rPr lang="en-US" sz="2200" dirty="0" err="1" smtClean="0">
                <a:latin typeface="Consolas" charset="0"/>
                <a:ea typeface="Consolas" charset="0"/>
                <a:cs typeface="Consolas" charset="0"/>
              </a:rPr>
              <a:t>keras.layers.concatentate</a:t>
            </a:r>
            <a:endParaRPr lang="en-US" sz="2200" dirty="0" smtClean="0">
              <a:latin typeface="Consolas" charset="0"/>
              <a:ea typeface="Consolas" charset="0"/>
              <a:cs typeface="Consolas" charset="0"/>
            </a:endParaRPr>
          </a:p>
          <a:p>
            <a:pPr marL="457200" lvl="0" indent="-457200">
              <a:buFont typeface="Arial" charset="0"/>
              <a:buChar char="•"/>
            </a:pPr>
            <a:r>
              <a:rPr lang="en-US" sz="2200" dirty="0" smtClean="0">
                <a:latin typeface="Avenir Book" charset="0"/>
                <a:ea typeface="Avenir Book" charset="0"/>
                <a:cs typeface="Avenir Book" charset="0"/>
              </a:rPr>
              <a:t>Stack layers in a similar fashion to the Sequential model.</a:t>
            </a:r>
          </a:p>
          <a:p>
            <a:pPr marL="457200" lvl="0" indent="-457200">
              <a:buFont typeface="Arial" charset="0"/>
              <a:buChar char="•"/>
            </a:pPr>
            <a:r>
              <a:rPr lang="en-US" sz="2200" dirty="0" smtClean="0">
                <a:latin typeface="Avenir Book" charset="0"/>
                <a:ea typeface="Avenir Book" charset="0"/>
                <a:cs typeface="Avenir Book" charset="0"/>
              </a:rPr>
              <a:t>Use </a:t>
            </a:r>
            <a:r>
              <a:rPr lang="en-US" sz="2200" dirty="0" smtClean="0">
                <a:latin typeface="Consolas" charset="0"/>
                <a:ea typeface="Consolas" charset="0"/>
                <a:cs typeface="Consolas" charset="0"/>
              </a:rPr>
              <a:t>Model </a:t>
            </a:r>
            <a:r>
              <a:rPr lang="en-US" sz="2200" dirty="0" smtClean="0">
                <a:latin typeface="Avenir Book" charset="0"/>
                <a:ea typeface="Avenir Book" charset="0"/>
                <a:cs typeface="Avenir Book" charset="0"/>
              </a:rPr>
              <a:t>to specify inputs and outputs of your model.</a:t>
            </a:r>
          </a:p>
          <a:p>
            <a:pPr marL="457200" lvl="0" indent="-457200">
              <a:buFont typeface="Arial" charset="0"/>
              <a:buChar char="•"/>
            </a:pPr>
            <a:r>
              <a:rPr lang="en-US" sz="2200" dirty="0" smtClean="0">
                <a:latin typeface="Avenir Book" charset="0"/>
                <a:ea typeface="Avenir Book" charset="0"/>
                <a:cs typeface="Avenir Book" charset="0"/>
              </a:rPr>
              <a:t>When compiling, can specify different losses for different outputs, and specify how </a:t>
            </a:r>
            <a:r>
              <a:rPr lang="en-US" sz="2200" smtClean="0">
                <a:latin typeface="Avenir Book" charset="0"/>
                <a:ea typeface="Avenir Book" charset="0"/>
                <a:cs typeface="Avenir Book" charset="0"/>
              </a:rPr>
              <a:t>they should be weighted.</a:t>
            </a:r>
            <a:endParaRPr lang="en-US" sz="2200" dirty="0" smtClean="0">
              <a:latin typeface="Avenir Book" charset="0"/>
              <a:ea typeface="Avenir Book" charset="0"/>
              <a:cs typeface="Avenir Book" charset="0"/>
            </a:endParaRPr>
          </a:p>
        </p:txBody>
      </p:sp>
    </p:spTree>
    <p:extLst>
      <p:ext uri="{BB962C8B-B14F-4D97-AF65-F5344CB8AC3E}">
        <p14:creationId xmlns:p14="http://schemas.microsoft.com/office/powerpoint/2010/main" val="64181844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2">
                <a:lumMod val="40000"/>
                <a:lumOff val="60000"/>
              </a:schemeClr>
            </a:gs>
            <a:gs pos="46000">
              <a:schemeClr val="accent2">
                <a:lumMod val="95000"/>
                <a:lumOff val="5000"/>
              </a:schemeClr>
            </a:gs>
            <a:gs pos="100000">
              <a:schemeClr val="accent2">
                <a:lumMod val="60000"/>
              </a:schemeClr>
            </a:gs>
          </a:gsLst>
          <a:path path="circle">
            <a:fillToRect l="50000" t="130000" r="50000" b="-30000"/>
          </a:path>
          <a:tileRect/>
        </a:gradFill>
        <a:effectLst/>
      </p:bgPr>
    </p:bg>
    <p:spTree>
      <p:nvGrpSpPr>
        <p:cNvPr id="1" name="Shape 261"/>
        <p:cNvGrpSpPr/>
        <p:nvPr/>
      </p:nvGrpSpPr>
      <p:grpSpPr>
        <a:xfrm>
          <a:off x="0" y="0"/>
          <a:ext cx="0" cy="0"/>
          <a:chOff x="0" y="0"/>
          <a:chExt cx="0" cy="0"/>
        </a:xfrm>
      </p:grpSpPr>
      <p:sp>
        <p:nvSpPr>
          <p:cNvPr id="2" name="Slide Number Placeholder 1"/>
          <p:cNvSpPr>
            <a:spLocks noGrp="1"/>
          </p:cNvSpPr>
          <p:nvPr>
            <p:ph type="sldNum" sz="quarter" idx="4294967295"/>
          </p:nvPr>
        </p:nvSpPr>
        <p:spPr>
          <a:xfrm>
            <a:off x="8882063" y="4779963"/>
            <a:ext cx="261937" cy="246062"/>
          </a:xfrm>
        </p:spPr>
        <p:txBody>
          <a:bodyPr/>
          <a:lstStyle/>
          <a:p>
            <a:fld id="{BDF01D69-A501-704B-80CB-1B3152437FD0}" type="slidenum">
              <a:rPr lang="en-US" smtClean="0"/>
              <a:t>20</a:t>
            </a:fld>
            <a:endParaRPr lang="en-US"/>
          </a:p>
        </p:txBody>
      </p:sp>
    </p:spTree>
    <p:extLst>
      <p:ext uri="{BB962C8B-B14F-4D97-AF65-F5344CB8AC3E}">
        <p14:creationId xmlns:p14="http://schemas.microsoft.com/office/powerpoint/2010/main" val="1503190489"/>
      </p:ext>
    </p:extLst>
  </p:cSld>
  <p:clrMapOvr>
    <a:masterClrMapping/>
  </p:clrMapOvr>
  <p:timing>
    <p:tnLst>
      <p:par>
        <p:cTn id="1" dur="indefinite" restart="never" nodeType="tmRoot"/>
      </p:par>
    </p:tnLst>
  </p:timing>
</p:sld>
</file>

<file path=ppt/theme/theme1.xml><?xml version="1.0" encoding="utf-8"?>
<a:theme xmlns:a="http://schemas.openxmlformats.org/drawingml/2006/main" name="1_simple-dark-2">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intel_theme">
  <a:themeElements>
    <a:clrScheme name="Custom 2">
      <a:dk1>
        <a:sysClr val="windowText" lastClr="000000"/>
      </a:dk1>
      <a:lt1>
        <a:sysClr val="window" lastClr="FFFFFF"/>
      </a:lt1>
      <a:dk2>
        <a:srgbClr val="003C71"/>
      </a:dk2>
      <a:lt2>
        <a:srgbClr val="B1BABF"/>
      </a:lt2>
      <a:accent1>
        <a:srgbClr val="B7D108"/>
      </a:accent1>
      <a:accent2>
        <a:srgbClr val="0071C5"/>
      </a:accent2>
      <a:accent3>
        <a:srgbClr val="009CDA"/>
      </a:accent3>
      <a:accent4>
        <a:srgbClr val="F8D44C"/>
      </a:accent4>
      <a:accent5>
        <a:srgbClr val="FFA400"/>
      </a:accent5>
      <a:accent6>
        <a:srgbClr val="FF4E00"/>
      </a:accent6>
      <a:hlink>
        <a:srgbClr val="C3D600"/>
      </a:hlink>
      <a:folHlink>
        <a:srgbClr val="0071C5"/>
      </a:folHlink>
    </a:clrScheme>
    <a:fontScheme name="Intel Clear">
      <a:majorFont>
        <a:latin typeface="Intel Clear"/>
        <a:ea typeface=""/>
        <a:cs typeface=""/>
      </a:majorFont>
      <a:minorFont>
        <a:latin typeface="Intel Clear"/>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a:solidFill>
            <a:schemeClr val="tx2"/>
          </a:solidFill>
        </a:ln>
        <a:effectLst/>
      </a:spPr>
      <a:bodyPr/>
      <a:lstStyle/>
      <a:style>
        <a:lnRef idx="2">
          <a:schemeClr val="accent1"/>
        </a:lnRef>
        <a:fillRef idx="0">
          <a:schemeClr val="accent1"/>
        </a:fillRef>
        <a:effectRef idx="1">
          <a:schemeClr val="accent1"/>
        </a:effectRef>
        <a:fontRef idx="minor">
          <a:schemeClr val="tx1"/>
        </a:fontRef>
      </a:style>
    </a:lnDef>
    <a:txDef>
      <a:spPr>
        <a:solidFill>
          <a:schemeClr val="bg2">
            <a:lumMod val="20000"/>
            <a:lumOff val="80000"/>
          </a:schemeClr>
        </a:solidFill>
      </a:spPr>
      <a:bodyPr vert="horz" lIns="0" tIns="0" rIns="0" bIns="0" rtlCol="0">
        <a:noAutofit/>
      </a:bodyPr>
      <a:lstStyle>
        <a:defPPr>
          <a:defRPr sz="1100" dirty="0" smtClean="0">
            <a:solidFill>
              <a:srgbClr val="003C71"/>
            </a:solidFill>
          </a:defRPr>
        </a:defPPr>
      </a:lstStyle>
    </a:txDef>
  </a:objectDefaults>
  <a:extraClrSchemeLst/>
  <a:extLst>
    <a:ext uri="{05A4C25C-085E-4340-85A3-A5531E510DB2}">
      <thm15:themeFamily xmlns:thm15="http://schemas.microsoft.com/office/thememl/2012/main" name="intel_theme" id="{7CD40ED6-13F2-774E-8C9C-E2A351ABAE7C}" vid="{A60F4A55-6349-6E4D-A6AA-B84EBE13CF51}"/>
    </a:ext>
  </a:extLst>
</a:theme>
</file>

<file path=ppt/theme/theme4.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27346</TotalTime>
  <Words>947</Words>
  <Application>Microsoft Office PowerPoint</Application>
  <PresentationFormat>On-screen Show (16:9)</PresentationFormat>
  <Paragraphs>116</Paragraphs>
  <Slides>20</Slides>
  <Notes>19</Notes>
  <HiddenSlides>0</HiddenSlides>
  <MMClips>0</MMClips>
  <ScaleCrop>false</ScaleCrop>
  <HeadingPairs>
    <vt:vector size="6" baseType="variant">
      <vt:variant>
        <vt:lpstr>Fonts Used</vt:lpstr>
      </vt:variant>
      <vt:variant>
        <vt:i4>12</vt:i4>
      </vt:variant>
      <vt:variant>
        <vt:lpstr>Theme</vt:lpstr>
      </vt:variant>
      <vt:variant>
        <vt:i4>3</vt:i4>
      </vt:variant>
      <vt:variant>
        <vt:lpstr>Slide Titles</vt:lpstr>
      </vt:variant>
      <vt:variant>
        <vt:i4>20</vt:i4>
      </vt:variant>
    </vt:vector>
  </HeadingPairs>
  <TitlesOfParts>
    <vt:vector size="35" baseType="lpstr">
      <vt:lpstr>Arial</vt:lpstr>
      <vt:lpstr>Avenir Book</vt:lpstr>
      <vt:lpstr>Calibri</vt:lpstr>
      <vt:lpstr>Calibri Light</vt:lpstr>
      <vt:lpstr>Consolas</vt:lpstr>
      <vt:lpstr>Intel Clear</vt:lpstr>
      <vt:lpstr>Intel Clear Light</vt:lpstr>
      <vt:lpstr>Intel Clear Pro</vt:lpstr>
      <vt:lpstr>Lucida Grande</vt:lpstr>
      <vt:lpstr>Neo Sans Intel</vt:lpstr>
      <vt:lpstr>Source Code Pro</vt:lpstr>
      <vt:lpstr>Wingdings</vt:lpstr>
      <vt:lpstr>1_simple-dark-2</vt:lpstr>
      <vt:lpstr>Custom Design</vt:lpstr>
      <vt:lpstr>intel_theme</vt:lpstr>
      <vt:lpstr>Advanced Techniques for CNNs and Keras</vt:lpstr>
      <vt:lpstr>Legal Notices and Disclaimers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Workshop &lt;Title&gt;</dc:title>
  <cp:lastModifiedBy>Oberoi, Daman</cp:lastModifiedBy>
  <cp:revision>473</cp:revision>
  <cp:lastPrinted>2017-03-21T10:33:11Z</cp:lastPrinted>
  <dcterms:modified xsi:type="dcterms:W3CDTF">2017-08-25T19:41:28Z</dcterms:modified>
</cp:coreProperties>
</file>