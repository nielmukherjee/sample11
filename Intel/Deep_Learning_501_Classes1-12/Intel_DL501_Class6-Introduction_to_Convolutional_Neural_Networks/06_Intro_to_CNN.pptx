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1" r:id="rId1"/>
    <p:sldMasterId id="2147483694" r:id="rId2"/>
    <p:sldMasterId id="2147483707" r:id="rId3"/>
  </p:sldMasterIdLst>
  <p:notesMasterIdLst>
    <p:notesMasterId r:id="rId30"/>
  </p:notesMasterIdLst>
  <p:handoutMasterIdLst>
    <p:handoutMasterId r:id="rId31"/>
  </p:handoutMasterIdLst>
  <p:sldIdLst>
    <p:sldId id="629" r:id="rId4"/>
    <p:sldId id="630" r:id="rId5"/>
    <p:sldId id="585" r:id="rId6"/>
    <p:sldId id="592" r:id="rId7"/>
    <p:sldId id="595" r:id="rId8"/>
    <p:sldId id="594" r:id="rId9"/>
    <p:sldId id="597" r:id="rId10"/>
    <p:sldId id="598" r:id="rId11"/>
    <p:sldId id="599" r:id="rId12"/>
    <p:sldId id="615" r:id="rId13"/>
    <p:sldId id="618" r:id="rId14"/>
    <p:sldId id="600" r:id="rId15"/>
    <p:sldId id="609" r:id="rId16"/>
    <p:sldId id="619" r:id="rId17"/>
    <p:sldId id="611" r:id="rId18"/>
    <p:sldId id="621" r:id="rId19"/>
    <p:sldId id="623" r:id="rId20"/>
    <p:sldId id="610" r:id="rId21"/>
    <p:sldId id="620" r:id="rId22"/>
    <p:sldId id="624" r:id="rId23"/>
    <p:sldId id="612" r:id="rId24"/>
    <p:sldId id="625" r:id="rId25"/>
    <p:sldId id="613" r:id="rId26"/>
    <p:sldId id="626" r:id="rId27"/>
    <p:sldId id="628" r:id="rId28"/>
    <p:sldId id="394" r:id="rId2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elle Gill" initials="MG" lastIdx="2" clrIdx="0">
    <p:extLst/>
  </p:cmAuthor>
  <p:cmAuthor id="2" name="Michelle Gill" initials="MG [2]" lastIdx="1" clrIdx="1">
    <p:extLst/>
  </p:cmAuthor>
  <p:cmAuthor id="3" name="Michelle Gill" initials="MG [3]" lastIdx="1" clrIdx="2">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883FF"/>
    <a:srgbClr val="235F83"/>
    <a:srgbClr val="8EFA00"/>
    <a:srgbClr val="76D6FF"/>
    <a:srgbClr val="2B73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365"/>
    <p:restoredTop sz="80849"/>
  </p:normalViewPr>
  <p:slideViewPr>
    <p:cSldViewPr snapToGrid="0" snapToObjects="1">
      <p:cViewPr varScale="1">
        <p:scale>
          <a:sx n="141" d="100"/>
          <a:sy n="141" d="100"/>
        </p:scale>
        <p:origin x="1088" y="72"/>
      </p:cViewPr>
      <p:guideLst/>
    </p:cSldViewPr>
  </p:slideViewPr>
  <p:outlineViewPr>
    <p:cViewPr>
      <p:scale>
        <a:sx n="33" d="100"/>
        <a:sy n="33" d="100"/>
      </p:scale>
      <p:origin x="0" y="0"/>
    </p:cViewPr>
  </p:outlineViewPr>
  <p:notesTextViewPr>
    <p:cViewPr>
      <p:scale>
        <a:sx n="140" d="100"/>
        <a:sy n="140" d="100"/>
      </p:scale>
      <p:origin x="0" y="0"/>
    </p:cViewPr>
  </p:notesTextViewPr>
  <p:sorterViewPr>
    <p:cViewPr>
      <p:scale>
        <a:sx n="120" d="100"/>
        <a:sy n="120" d="100"/>
      </p:scale>
      <p:origin x="0" y="0"/>
    </p:cViewPr>
  </p:sorterViewPr>
  <p:notesViewPr>
    <p:cSldViewPr snapToGrid="0" snapToObjects="1">
      <p:cViewPr varScale="1">
        <p:scale>
          <a:sx n="85" d="100"/>
          <a:sy n="85" d="100"/>
        </p:scale>
        <p:origin x="3696" y="1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commentAuthors" Target="commentAuthor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handoutMaster" Target="handoutMasters/handout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notesMaster" Target="notesMasters/notesMaster1.xml"/><Relationship Id="rId35"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218DF2D-D537-FE4F-BE4D-E5BCACB16283}" type="datetimeFigureOut">
              <a:rPr lang="en-US" smtClean="0"/>
              <a:t>8/25/2017</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27B0C4D-3AAF-FB40-9304-EA5AE39FC038}" type="slidenum">
              <a:rPr lang="en-US" smtClean="0"/>
              <a:t>‹#›</a:t>
            </a:fld>
            <a:endParaRPr lang="en-US"/>
          </a:p>
        </p:txBody>
      </p:sp>
    </p:spTree>
    <p:extLst>
      <p:ext uri="{BB962C8B-B14F-4D97-AF65-F5344CB8AC3E}">
        <p14:creationId xmlns:p14="http://schemas.microsoft.com/office/powerpoint/2010/main" val="127651850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100" b="0" i="0" u="none" strike="noStrike" cap="none"/>
            </a:lvl1pPr>
            <a:lvl2pPr marL="457200" marR="0" lvl="1" indent="0" algn="l" rtl="0">
              <a:spcBef>
                <a:spcPts val="0"/>
              </a:spcBef>
              <a:buNone/>
              <a:defRPr sz="1100" b="0" i="0" u="none" strike="noStrike" cap="none"/>
            </a:lvl2pPr>
            <a:lvl3pPr marL="914400" marR="0" lvl="2" indent="0" algn="l" rtl="0">
              <a:spcBef>
                <a:spcPts val="0"/>
              </a:spcBef>
              <a:buNone/>
              <a:defRPr sz="1100" b="0" i="0" u="none" strike="noStrike" cap="none"/>
            </a:lvl3pPr>
            <a:lvl4pPr marL="1371600" marR="0" lvl="3" indent="0" algn="l" rtl="0">
              <a:spcBef>
                <a:spcPts val="0"/>
              </a:spcBef>
              <a:buNone/>
              <a:defRPr sz="1100" b="0" i="0" u="none" strike="noStrike" cap="none"/>
            </a:lvl4pPr>
            <a:lvl5pPr marL="1828800" marR="0" lvl="4" indent="0" algn="l" rtl="0">
              <a:spcBef>
                <a:spcPts val="0"/>
              </a:spcBef>
              <a:buNone/>
              <a:defRPr sz="1100" b="0" i="0" u="none" strike="noStrike" cap="none"/>
            </a:lvl5pPr>
            <a:lvl6pPr marL="2286000" marR="0" lvl="5" indent="0" algn="l" rtl="0">
              <a:spcBef>
                <a:spcPts val="0"/>
              </a:spcBef>
              <a:buNone/>
              <a:defRPr sz="1100" b="0" i="0" u="none" strike="noStrike" cap="none"/>
            </a:lvl6pPr>
            <a:lvl7pPr marL="2743200" marR="0" lvl="6" indent="0" algn="l" rtl="0">
              <a:spcBef>
                <a:spcPts val="0"/>
              </a:spcBef>
              <a:buNone/>
              <a:defRPr sz="1100" b="0" i="0" u="none" strike="noStrike" cap="none"/>
            </a:lvl7pPr>
            <a:lvl8pPr marL="3200400" marR="0" lvl="7" indent="0" algn="l" rtl="0">
              <a:spcBef>
                <a:spcPts val="0"/>
              </a:spcBef>
              <a:buNone/>
              <a:defRPr sz="1100" b="0" i="0" u="none" strike="noStrike" cap="none"/>
            </a:lvl8pPr>
            <a:lvl9pPr marL="3657600" marR="0" lvl="8" indent="0" algn="l" rtl="0">
              <a:spcBef>
                <a:spcPts val="0"/>
              </a:spcBef>
              <a:buNone/>
              <a:defRPr sz="1100" b="0" i="0" u="none" strike="noStrike" cap="none"/>
            </a:lvl9pPr>
          </a:lstStyle>
          <a:p>
            <a:endParaRPr dirty="0"/>
          </a:p>
        </p:txBody>
      </p:sp>
      <p:sp>
        <p:nvSpPr>
          <p:cNvPr id="2" name="Slide Image Placeholder 1"/>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Tree>
    <p:extLst>
      <p:ext uri="{BB962C8B-B14F-4D97-AF65-F5344CB8AC3E}">
        <p14:creationId xmlns:p14="http://schemas.microsoft.com/office/powerpoint/2010/main" val="2793481255"/>
      </p:ext>
    </p:extLst>
  </p:cSld>
  <p:clrMap bg1="lt1" tx1="dk1" bg2="dk2" tx2="lt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Shape 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52" name="Shape 52"/>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SzPct val="25000"/>
              <a:buFont typeface="Arial"/>
              <a:buNone/>
            </a:pPr>
            <a:endParaRPr sz="1100" b="0" i="0" u="none" strike="noStrike" cap="none" dirty="0"/>
          </a:p>
        </p:txBody>
      </p:sp>
    </p:spTree>
    <p:extLst>
      <p:ext uri="{BB962C8B-B14F-4D97-AF65-F5344CB8AC3E}">
        <p14:creationId xmlns:p14="http://schemas.microsoft.com/office/powerpoint/2010/main" val="16444232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Images though, have intrinsic properties which could and should be taken advantage of, in the models.</a:t>
            </a:r>
          </a:p>
        </p:txBody>
      </p:sp>
    </p:spTree>
    <p:extLst>
      <p:ext uri="{BB962C8B-B14F-4D97-AF65-F5344CB8AC3E}">
        <p14:creationId xmlns:p14="http://schemas.microsoft.com/office/powerpoint/2010/main" val="13111423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92500" lnSpcReduction="10000"/>
          </a:bodyPr>
          <a:lstStyle/>
          <a:p>
            <a:pPr marL="457200" marR="0" lvl="0" indent="-457200" algn="l" defTabSz="914400" rtl="0" eaLnBrk="1" fontAlgn="auto" latinLnBrk="0" hangingPunct="1">
              <a:lnSpc>
                <a:spcPct val="100000"/>
              </a:lnSpc>
              <a:spcBef>
                <a:spcPts val="0"/>
              </a:spcBef>
              <a:spcAft>
                <a:spcPts val="0"/>
              </a:spcAft>
              <a:buClrTx/>
              <a:buSzTx/>
              <a:buFont typeface="Arial" charset="0"/>
              <a:buAutoNum type="arabicParenR"/>
              <a:tabLst/>
              <a:defRPr/>
            </a:pPr>
            <a:r>
              <a:rPr lang="en-US" sz="2400" baseline="0" dirty="0" smtClean="0">
                <a:latin typeface="Arial" charset="0"/>
                <a:ea typeface="Arial" charset="0"/>
                <a:cs typeface="Arial" charset="0"/>
              </a:rPr>
              <a:t>The variables (i.e. pixels) have a natural “topology” (spatial component) that is meaningful.  This makes images different from say, loan default prediction where the variables do not have a natural topology.</a:t>
            </a:r>
          </a:p>
          <a:p>
            <a:pPr marL="457200" marR="0" lvl="0" indent="-457200" algn="l" defTabSz="914400" rtl="0" eaLnBrk="1" fontAlgn="auto" latinLnBrk="0" hangingPunct="1">
              <a:lnSpc>
                <a:spcPct val="100000"/>
              </a:lnSpc>
              <a:spcBef>
                <a:spcPts val="0"/>
              </a:spcBef>
              <a:spcAft>
                <a:spcPts val="0"/>
              </a:spcAft>
              <a:buClrTx/>
              <a:buSzTx/>
              <a:buFont typeface="Arial" charset="0"/>
              <a:buAutoNum type="arabicParenR"/>
              <a:tabLst/>
              <a:defRPr/>
            </a:pPr>
            <a:r>
              <a:rPr lang="en-US" sz="2400" baseline="0" dirty="0" smtClean="0">
                <a:latin typeface="Arial" charset="0"/>
                <a:ea typeface="Arial" charset="0"/>
                <a:cs typeface="Arial" charset="0"/>
              </a:rPr>
              <a:t>CNNs are based on what we know about the structure of images and also what we know about the human visual system.  The human visual system has “receptive fields” which respond to horizontal bars, vertical bars, etc.</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7678595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92500" lnSpcReduction="10000"/>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From a dimensionality standpoint, taking advantage of these structures mean much fewer parameters!</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We still have a TON of parameters, but better than tons of tons of parameters.</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Idea: expect to see the same basic features anywhere in the image.  So don’t learn different things for each location in the image (at least in the early layers)</a:t>
            </a:r>
          </a:p>
        </p:txBody>
      </p:sp>
    </p:spTree>
    <p:extLst>
      <p:ext uri="{BB962C8B-B14F-4D97-AF65-F5344CB8AC3E}">
        <p14:creationId xmlns:p14="http://schemas.microsoft.com/office/powerpoint/2010/main" val="9601978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We don’t input these “features”, network learns them.</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What we do is simplify network’s job by not inputting all the pixels as inputs to fully connected layers</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Instead, we input a ”convoluted” version of that.</a:t>
            </a:r>
          </a:p>
        </p:txBody>
      </p:sp>
    </p:spTree>
    <p:extLst>
      <p:ext uri="{BB962C8B-B14F-4D97-AF65-F5344CB8AC3E}">
        <p14:creationId xmlns:p14="http://schemas.microsoft.com/office/powerpoint/2010/main" val="18005738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The way we capture these structures is by making use of “kernels”</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21457072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Input, kernel</a:t>
            </a:r>
          </a:p>
        </p:txBody>
      </p:sp>
    </p:spTree>
    <p:extLst>
      <p:ext uri="{BB962C8B-B14F-4D97-AF65-F5344CB8AC3E}">
        <p14:creationId xmlns:p14="http://schemas.microsoft.com/office/powerpoint/2010/main" val="16535203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Overlay, and again, it’s a dot product.</a:t>
            </a:r>
          </a:p>
        </p:txBody>
      </p:sp>
    </p:spTree>
    <p:extLst>
      <p:ext uri="{BB962C8B-B14F-4D97-AF65-F5344CB8AC3E}">
        <p14:creationId xmlns:p14="http://schemas.microsoft.com/office/powerpoint/2010/main" val="7670302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So the output is just the dot product of entries, and the output in this example is 2.</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We captured the essence of those 9 pixels.</a:t>
            </a:r>
          </a:p>
        </p:txBody>
      </p:sp>
    </p:spTree>
    <p:extLst>
      <p:ext uri="{BB962C8B-B14F-4D97-AF65-F5344CB8AC3E}">
        <p14:creationId xmlns:p14="http://schemas.microsoft.com/office/powerpoint/2010/main" val="20695414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4073228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This is key.  We learn many different kernels, but they all “operate” across the entire image.</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CNN will learn the best kernels that pertain to your training dataset, your problem.</a:t>
            </a:r>
          </a:p>
        </p:txBody>
      </p:sp>
    </p:spTree>
    <p:extLst>
      <p:ext uri="{BB962C8B-B14F-4D97-AF65-F5344CB8AC3E}">
        <p14:creationId xmlns:p14="http://schemas.microsoft.com/office/powerpoint/2010/main" val="4444387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Convolution is the application of a kernel to the image (RGB)</a:t>
            </a:r>
          </a:p>
        </p:txBody>
      </p:sp>
    </p:spTree>
    <p:extLst>
      <p:ext uri="{BB962C8B-B14F-4D97-AF65-F5344CB8AC3E}">
        <p14:creationId xmlns:p14="http://schemas.microsoft.com/office/powerpoint/2010/main" val="16976646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We can specify how we want to apply the kernel. This changes the output dimensions, among other things.</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273780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This is for the edge pixels for which kernel can’t fit the image, if we want that pixel at the center..</a:t>
            </a:r>
          </a:p>
        </p:txBody>
      </p:sp>
    </p:spTree>
    <p:extLst>
      <p:ext uri="{BB962C8B-B14F-4D97-AF65-F5344CB8AC3E}">
        <p14:creationId xmlns:p14="http://schemas.microsoft.com/office/powerpoint/2010/main" val="4038943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We calculate the upper left entry of the output  by multiplying the kernel against the upper left 3x3 patch of the input (and summing).</a:t>
            </a:r>
          </a:p>
        </p:txBody>
      </p:sp>
    </p:spTree>
    <p:extLst>
      <p:ext uri="{BB962C8B-B14F-4D97-AF65-F5344CB8AC3E}">
        <p14:creationId xmlns:p14="http://schemas.microsoft.com/office/powerpoint/2010/main" val="19719144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Get the student familiar with the relation between the input size, kernel, and output size.</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If there is no padding, the output will be smaller than the input since we ”lose” a little at the boundary.</a:t>
            </a:r>
          </a:p>
        </p:txBody>
      </p:sp>
    </p:spTree>
    <p:extLst>
      <p:ext uri="{BB962C8B-B14F-4D97-AF65-F5344CB8AC3E}">
        <p14:creationId xmlns:p14="http://schemas.microsoft.com/office/powerpoint/2010/main" val="12202688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Smaller stride = higher “resolution” of output image</a:t>
            </a:r>
          </a:p>
        </p:txBody>
      </p:sp>
    </p:spTree>
    <p:extLst>
      <p:ext uri="{BB962C8B-B14F-4D97-AF65-F5344CB8AC3E}">
        <p14:creationId xmlns:p14="http://schemas.microsoft.com/office/powerpoint/2010/main" val="13922049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4474798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We can have strides and padding at the same time too.</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Notice how the output size depends on these parameters.</a:t>
            </a:r>
          </a:p>
        </p:txBody>
      </p:sp>
    </p:spTree>
    <p:extLst>
      <p:ext uri="{BB962C8B-B14F-4D97-AF65-F5344CB8AC3E}">
        <p14:creationId xmlns:p14="http://schemas.microsoft.com/office/powerpoint/2010/main" val="8434943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Important to emphasize that the kernel will look at the entire depth of the input.</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On first layer, the depth will be just RGB or CMYK, but for later layers the input depth may be quite high, so the kernels will have a lot of weights.</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They will see this when we walk through some architectures in later lectures.</a:t>
            </a:r>
          </a:p>
        </p:txBody>
      </p:sp>
    </p:spTree>
    <p:extLst>
      <p:ext uri="{BB962C8B-B14F-4D97-AF65-F5344CB8AC3E}">
        <p14:creationId xmlns:p14="http://schemas.microsoft.com/office/powerpoint/2010/main" val="1062414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7195279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Move on to pooling.</a:t>
            </a:r>
          </a:p>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Can emphasize that there are no weights to be learned here.  It is just a prescribed operation.</a:t>
            </a:r>
          </a:p>
        </p:txBody>
      </p:sp>
    </p:spTree>
    <p:extLst>
      <p:ext uri="{BB962C8B-B14F-4D97-AF65-F5344CB8AC3E}">
        <p14:creationId xmlns:p14="http://schemas.microsoft.com/office/powerpoint/2010/main" val="2275911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80941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3413525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Shape 25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260" name="Shape 260"/>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SzPct val="25000"/>
              <a:buFont typeface="Arial"/>
              <a:buNone/>
            </a:pPr>
            <a:endParaRPr sz="1100" b="0" i="0" u="none" strike="noStrike" cap="none"/>
          </a:p>
        </p:txBody>
      </p:sp>
    </p:spTree>
    <p:extLst>
      <p:ext uri="{BB962C8B-B14F-4D97-AF65-F5344CB8AC3E}">
        <p14:creationId xmlns:p14="http://schemas.microsoft.com/office/powerpoint/2010/main" val="7745420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and body">
    <p:spTree>
      <p:nvGrpSpPr>
        <p:cNvPr id="1" name="Shape 13"/>
        <p:cNvGrpSpPr/>
        <p:nvPr/>
      </p:nvGrpSpPr>
      <p:grpSpPr>
        <a:xfrm>
          <a:off x="0" y="0"/>
          <a:ext cx="0" cy="0"/>
          <a:chOff x="0" y="0"/>
          <a:chExt cx="0" cy="0"/>
        </a:xfrm>
      </p:grpSpPr>
      <p:sp>
        <p:nvSpPr>
          <p:cNvPr id="2" name="Shape 99"/>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4" name="Shape 106"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body">
    <p:spTree>
      <p:nvGrpSpPr>
        <p:cNvPr id="1" name="Shape 13"/>
        <p:cNvGrpSpPr/>
        <p:nvPr/>
      </p:nvGrpSpPr>
      <p:grpSpPr>
        <a:xfrm>
          <a:off x="0" y="0"/>
          <a:ext cx="0" cy="0"/>
          <a:chOff x="0" y="0"/>
          <a:chExt cx="0" cy="0"/>
        </a:xfrm>
      </p:grpSpPr>
      <p:sp>
        <p:nvSpPr>
          <p:cNvPr id="7" name="Shape 99"/>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cxnSp>
        <p:nvCxnSpPr>
          <p:cNvPr id="6" name="Shape 98"/>
          <p:cNvCxnSpPr/>
          <p:nvPr userDrawn="1"/>
        </p:nvCxnSpPr>
        <p:spPr>
          <a:xfrm>
            <a:off x="0" y="1024800"/>
            <a:ext cx="4178099" cy="0"/>
          </a:xfrm>
          <a:prstGeom prst="straightConnector1">
            <a:avLst/>
          </a:prstGeom>
          <a:noFill/>
          <a:ln w="19050" cap="flat" cmpd="sng">
            <a:solidFill>
              <a:srgbClr val="3A9ED9"/>
            </a:solidFill>
            <a:prstDash val="solid"/>
            <a:round/>
            <a:headEnd type="none" w="med" len="med"/>
            <a:tailEnd type="none" w="med" len="med"/>
          </a:ln>
        </p:spPr>
      </p:cxnSp>
      <p:pic>
        <p:nvPicPr>
          <p:cNvPr id="9" name="Shape 106"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2" name="Title 1"/>
          <p:cNvSpPr>
            <a:spLocks noGrp="1"/>
          </p:cNvSpPr>
          <p:nvPr>
            <p:ph type="title" hasCustomPrompt="1"/>
          </p:nvPr>
        </p:nvSpPr>
        <p:spPr>
          <a:xfrm>
            <a:off x="311700" y="192126"/>
            <a:ext cx="7766550" cy="690525"/>
          </a:xfrm>
          <a:prstGeom prst="rect">
            <a:avLst/>
          </a:prstGeom>
        </p:spPr>
        <p:txBody>
          <a:bodyPr/>
          <a:lstStyle>
            <a:lvl1pPr>
              <a:buSzPct val="25000"/>
              <a:buFont typeface="Source Code Pro"/>
              <a:buNone/>
              <a:defRPr sz="2800" baseline="0"/>
            </a:lvl1pPr>
          </a:lstStyle>
          <a:p>
            <a:pPr>
              <a:buSzPct val="25000"/>
              <a:buFont typeface="Source Code Pro"/>
              <a:buNone/>
            </a:pPr>
            <a:r>
              <a:rPr lang="en-US" b="1" dirty="0" smtClean="0">
                <a:solidFill>
                  <a:srgbClr val="3A9ED9"/>
                </a:solidFill>
                <a:latin typeface="Source Code Pro"/>
                <a:ea typeface="Source Code Pro"/>
                <a:cs typeface="Source Code Pro"/>
                <a:sym typeface="Source Code Pro"/>
              </a:rPr>
              <a:t>Title</a:t>
            </a:r>
            <a:endParaRPr lang="en" b="1" dirty="0">
              <a:solidFill>
                <a:srgbClr val="3A9ED9"/>
              </a:solidFill>
              <a:latin typeface="Source Code Pro"/>
              <a:ea typeface="Source Code Pro"/>
              <a:cs typeface="Source Code Pro"/>
              <a:sym typeface="Source Code Pro"/>
            </a:endParaRPr>
          </a:p>
        </p:txBody>
      </p:sp>
      <p:sp>
        <p:nvSpPr>
          <p:cNvPr id="4" name="Text Placeholder 3"/>
          <p:cNvSpPr>
            <a:spLocks noGrp="1"/>
          </p:cNvSpPr>
          <p:nvPr>
            <p:ph type="body" sz="quarter" idx="10" hasCustomPrompt="1"/>
          </p:nvPr>
        </p:nvSpPr>
        <p:spPr>
          <a:xfrm>
            <a:off x="311700" y="1295930"/>
            <a:ext cx="8527498" cy="3542769"/>
          </a:xfrm>
          <a:prstGeom prst="rect">
            <a:avLst/>
          </a:prstGeom>
        </p:spPr>
        <p:txBody>
          <a:bodyPr/>
          <a:lstStyle>
            <a:lvl1pPr marL="457200" marR="0" indent="-381000" algn="l" rtl="0">
              <a:lnSpc>
                <a:spcPct val="115000"/>
              </a:lnSpc>
              <a:spcBef>
                <a:spcPts val="0"/>
              </a:spcBef>
              <a:spcAft>
                <a:spcPts val="0"/>
              </a:spcAft>
              <a:buClr>
                <a:srgbClr val="434343"/>
              </a:buClr>
              <a:buSzPct val="100000"/>
              <a:buFont typeface="Calibri"/>
              <a:buChar char="●"/>
              <a:defRPr sz="1400"/>
            </a:lvl1pPr>
          </a:lstStyle>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20"/>
        <p:cNvGrpSpPr/>
        <p:nvPr/>
      </p:nvGrpSpPr>
      <p:grpSpPr>
        <a:xfrm>
          <a:off x="0" y="0"/>
          <a:ext cx="0" cy="0"/>
          <a:chOff x="0" y="0"/>
          <a:chExt cx="0" cy="0"/>
        </a:xfrm>
      </p:grpSpPr>
      <p:sp>
        <p:nvSpPr>
          <p:cNvPr id="6" name="Shape 113"/>
          <p:cNvSpPr txBox="1">
            <a:spLocks noGrp="1"/>
          </p:cNvSpPr>
          <p:nvPr>
            <p:ph type="title"/>
          </p:nvPr>
        </p:nvSpPr>
        <p:spPr>
          <a:xfrm>
            <a:off x="1028550" y="1135100"/>
            <a:ext cx="1813199" cy="4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1800" b="1" i="0" u="none" strike="noStrike" cap="none" dirty="0">
                <a:solidFill>
                  <a:srgbClr val="3A9ED9"/>
                </a:solidFill>
                <a:latin typeface="Source Code Pro"/>
                <a:ea typeface="Source Code Pro"/>
                <a:cs typeface="Source Code Pro"/>
                <a:sym typeface="Source Code Pro"/>
              </a:rPr>
              <a:t>Heading</a:t>
            </a:r>
          </a:p>
        </p:txBody>
      </p:sp>
      <p:sp>
        <p:nvSpPr>
          <p:cNvPr id="7" name="Shape 114"/>
          <p:cNvSpPr txBox="1">
            <a:spLocks noGrp="1"/>
          </p:cNvSpPr>
          <p:nvPr>
            <p:ph type="body" idx="1"/>
          </p:nvPr>
        </p:nvSpPr>
        <p:spPr>
          <a:xfrm>
            <a:off x="912150" y="1981550"/>
            <a:ext cx="2045999" cy="17007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pic>
        <p:nvPicPr>
          <p:cNvPr id="8" name="Shape 115"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9" name="Shape 116"/>
          <p:cNvCxnSpPr/>
          <p:nvPr userDrawn="1"/>
        </p:nvCxnSpPr>
        <p:spPr>
          <a:xfrm>
            <a:off x="959550" y="1701550"/>
            <a:ext cx="1951199" cy="0"/>
          </a:xfrm>
          <a:prstGeom prst="straightConnector1">
            <a:avLst/>
          </a:prstGeom>
          <a:noFill/>
          <a:ln w="19050" cap="flat" cmpd="sng">
            <a:solidFill>
              <a:srgbClr val="3A9ED9"/>
            </a:solidFill>
            <a:prstDash val="solid"/>
            <a:round/>
            <a:headEnd type="none" w="med" len="med"/>
            <a:tailEnd type="none" w="med" len="med"/>
          </a:ln>
        </p:spPr>
      </p:cxnSp>
      <p:sp>
        <p:nvSpPr>
          <p:cNvPr id="10" name="Shape 117"/>
          <p:cNvSpPr txBox="1">
            <a:spLocks/>
          </p:cNvSpPr>
          <p:nvPr userDrawn="1"/>
        </p:nvSpPr>
        <p:spPr>
          <a:xfrm>
            <a:off x="3607200" y="1135100"/>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dirty="0" smtClean="0">
                <a:solidFill>
                  <a:srgbClr val="ED0096"/>
                </a:solidFill>
                <a:latin typeface="Source Code Pro"/>
                <a:ea typeface="Source Code Pro"/>
                <a:cs typeface="Source Code Pro"/>
                <a:sym typeface="Source Code Pro"/>
              </a:rPr>
              <a:t>Heading</a:t>
            </a:r>
            <a:endParaRPr lang="en" sz="1800" b="1" dirty="0">
              <a:solidFill>
                <a:srgbClr val="ED0096"/>
              </a:solidFill>
              <a:latin typeface="Source Code Pro"/>
              <a:ea typeface="Source Code Pro"/>
              <a:cs typeface="Source Code Pro"/>
              <a:sym typeface="Source Code Pro"/>
            </a:endParaRPr>
          </a:p>
        </p:txBody>
      </p:sp>
      <p:sp>
        <p:nvSpPr>
          <p:cNvPr id="11" name="Shape 118"/>
          <p:cNvSpPr txBox="1">
            <a:spLocks noGrp="1"/>
          </p:cNvSpPr>
          <p:nvPr>
            <p:ph type="body" idx="10"/>
          </p:nvPr>
        </p:nvSpPr>
        <p:spPr>
          <a:xfrm>
            <a:off x="3490800" y="1981550"/>
            <a:ext cx="2045999" cy="17007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cxnSp>
        <p:nvCxnSpPr>
          <p:cNvPr id="12" name="Shape 119"/>
          <p:cNvCxnSpPr/>
          <p:nvPr userDrawn="1"/>
        </p:nvCxnSpPr>
        <p:spPr>
          <a:xfrm>
            <a:off x="3538200" y="1701550"/>
            <a:ext cx="1951199" cy="0"/>
          </a:xfrm>
          <a:prstGeom prst="straightConnector1">
            <a:avLst/>
          </a:prstGeom>
          <a:noFill/>
          <a:ln w="19050" cap="flat" cmpd="sng">
            <a:solidFill>
              <a:srgbClr val="ED0096"/>
            </a:solidFill>
            <a:prstDash val="solid"/>
            <a:round/>
            <a:headEnd type="none" w="med" len="med"/>
            <a:tailEnd type="none" w="med" len="med"/>
          </a:ln>
        </p:spPr>
      </p:cxnSp>
      <p:sp>
        <p:nvSpPr>
          <p:cNvPr id="13" name="Shape 120"/>
          <p:cNvSpPr txBox="1">
            <a:spLocks/>
          </p:cNvSpPr>
          <p:nvPr userDrawn="1"/>
        </p:nvSpPr>
        <p:spPr>
          <a:xfrm>
            <a:off x="6302250" y="1135100"/>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smtClean="0">
                <a:solidFill>
                  <a:srgbClr val="EF3969"/>
                </a:solidFill>
                <a:latin typeface="Source Code Pro"/>
                <a:ea typeface="Source Code Pro"/>
                <a:cs typeface="Source Code Pro"/>
                <a:sym typeface="Source Code Pro"/>
              </a:rPr>
              <a:t>Heading</a:t>
            </a:r>
            <a:endParaRPr lang="en" sz="1800" b="1">
              <a:solidFill>
                <a:srgbClr val="EF3969"/>
              </a:solidFill>
              <a:latin typeface="Source Code Pro"/>
              <a:ea typeface="Source Code Pro"/>
              <a:cs typeface="Source Code Pro"/>
              <a:sym typeface="Source Code Pro"/>
            </a:endParaRPr>
          </a:p>
        </p:txBody>
      </p:sp>
      <p:sp>
        <p:nvSpPr>
          <p:cNvPr id="14" name="Shape 121"/>
          <p:cNvSpPr txBox="1">
            <a:spLocks noGrp="1"/>
          </p:cNvSpPr>
          <p:nvPr>
            <p:ph type="body" idx="11"/>
          </p:nvPr>
        </p:nvSpPr>
        <p:spPr>
          <a:xfrm>
            <a:off x="6185850" y="1981550"/>
            <a:ext cx="2045999" cy="17007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cxnSp>
        <p:nvCxnSpPr>
          <p:cNvPr id="15" name="Shape 122"/>
          <p:cNvCxnSpPr/>
          <p:nvPr userDrawn="1"/>
        </p:nvCxnSpPr>
        <p:spPr>
          <a:xfrm>
            <a:off x="6233250" y="1701550"/>
            <a:ext cx="1951199" cy="0"/>
          </a:xfrm>
          <a:prstGeom prst="straightConnector1">
            <a:avLst/>
          </a:prstGeom>
          <a:noFill/>
          <a:ln w="19050" cap="flat" cmpd="sng">
            <a:solidFill>
              <a:srgbClr val="EF3969"/>
            </a:solidFill>
            <a:prstDash val="solid"/>
            <a:round/>
            <a:headEnd type="none" w="med" len="med"/>
            <a:tailEnd type="none" w="med" len="med"/>
          </a:ln>
        </p:spPr>
      </p:cxnSp>
      <p:cxnSp>
        <p:nvCxnSpPr>
          <p:cNvPr id="16" name="Shape 123"/>
          <p:cNvCxnSpPr/>
          <p:nvPr userDrawn="1"/>
        </p:nvCxnSpPr>
        <p:spPr>
          <a:xfrm>
            <a:off x="959550" y="3763075"/>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17" name="Shape 124"/>
          <p:cNvCxnSpPr/>
          <p:nvPr userDrawn="1"/>
        </p:nvCxnSpPr>
        <p:spPr>
          <a:xfrm>
            <a:off x="3538200" y="3763075"/>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18" name="Shape 125"/>
          <p:cNvCxnSpPr/>
          <p:nvPr userDrawn="1"/>
        </p:nvCxnSpPr>
        <p:spPr>
          <a:xfrm>
            <a:off x="6233250" y="3763075"/>
            <a:ext cx="1951199" cy="0"/>
          </a:xfrm>
          <a:prstGeom prst="straightConnector1">
            <a:avLst/>
          </a:prstGeom>
          <a:noFill/>
          <a:ln w="19050" cap="flat" cmpd="sng">
            <a:solidFill>
              <a:srgbClr val="EF3969"/>
            </a:solidFill>
            <a:prstDash val="solid"/>
            <a:round/>
            <a:headEnd type="none" w="med" len="med"/>
            <a:tailEnd type="none" w="med" len="med"/>
          </a:ln>
        </p:spPr>
      </p:cxnSp>
      <p:sp>
        <p:nvSpPr>
          <p:cNvPr id="19" name="Shape 126"/>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Shape 25"/>
        <p:cNvGrpSpPr/>
        <p:nvPr/>
      </p:nvGrpSpPr>
      <p:grpSpPr>
        <a:xfrm>
          <a:off x="0" y="0"/>
          <a:ext cx="0" cy="0"/>
          <a:chOff x="0" y="0"/>
          <a:chExt cx="0" cy="0"/>
        </a:xfrm>
      </p:grpSpPr>
      <p:sp>
        <p:nvSpPr>
          <p:cNvPr id="4" name="Shape 131"/>
          <p:cNvSpPr txBox="1">
            <a:spLocks noGrp="1"/>
          </p:cNvSpPr>
          <p:nvPr>
            <p:ph type="title"/>
          </p:nvPr>
        </p:nvSpPr>
        <p:spPr>
          <a:xfrm>
            <a:off x="1028550" y="1917783"/>
            <a:ext cx="1813199" cy="4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1800" b="1" i="0" u="none" strike="noStrike" cap="none">
                <a:solidFill>
                  <a:srgbClr val="3A9ED9"/>
                </a:solidFill>
                <a:latin typeface="Source Code Pro"/>
                <a:ea typeface="Source Code Pro"/>
                <a:cs typeface="Source Code Pro"/>
                <a:sym typeface="Source Code Pro"/>
              </a:rPr>
              <a:t>Heading</a:t>
            </a:r>
          </a:p>
        </p:txBody>
      </p:sp>
      <p:sp>
        <p:nvSpPr>
          <p:cNvPr id="5" name="Shape 132"/>
          <p:cNvSpPr txBox="1">
            <a:spLocks noGrp="1"/>
          </p:cNvSpPr>
          <p:nvPr>
            <p:ph type="body" idx="1"/>
          </p:nvPr>
        </p:nvSpPr>
        <p:spPr>
          <a:xfrm>
            <a:off x="912150" y="2438750"/>
            <a:ext cx="2045999" cy="14706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pic>
        <p:nvPicPr>
          <p:cNvPr id="6" name="Shape 133"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7" name="Shape 134"/>
          <p:cNvSpPr txBox="1">
            <a:spLocks/>
          </p:cNvSpPr>
          <p:nvPr userDrawn="1"/>
        </p:nvSpPr>
        <p:spPr>
          <a:xfrm>
            <a:off x="3607200" y="1917783"/>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smtClean="0">
                <a:solidFill>
                  <a:srgbClr val="ED0096"/>
                </a:solidFill>
                <a:latin typeface="Source Code Pro"/>
                <a:ea typeface="Source Code Pro"/>
                <a:cs typeface="Source Code Pro"/>
                <a:sym typeface="Source Code Pro"/>
              </a:rPr>
              <a:t>Heading</a:t>
            </a:r>
            <a:endParaRPr lang="en" sz="1800" b="1">
              <a:solidFill>
                <a:srgbClr val="ED0096"/>
              </a:solidFill>
              <a:latin typeface="Source Code Pro"/>
              <a:ea typeface="Source Code Pro"/>
              <a:cs typeface="Source Code Pro"/>
              <a:sym typeface="Source Code Pro"/>
            </a:endParaRPr>
          </a:p>
        </p:txBody>
      </p:sp>
      <p:sp>
        <p:nvSpPr>
          <p:cNvPr id="8" name="Shape 135"/>
          <p:cNvSpPr txBox="1">
            <a:spLocks noGrp="1"/>
          </p:cNvSpPr>
          <p:nvPr>
            <p:ph type="body" idx="10"/>
          </p:nvPr>
        </p:nvSpPr>
        <p:spPr>
          <a:xfrm>
            <a:off x="3490800" y="2438750"/>
            <a:ext cx="2045999" cy="14706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sp>
        <p:nvSpPr>
          <p:cNvPr id="9" name="Shape 136"/>
          <p:cNvSpPr txBox="1">
            <a:spLocks/>
          </p:cNvSpPr>
          <p:nvPr userDrawn="1"/>
        </p:nvSpPr>
        <p:spPr>
          <a:xfrm>
            <a:off x="6302250" y="1917783"/>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smtClean="0">
                <a:solidFill>
                  <a:srgbClr val="EF3969"/>
                </a:solidFill>
                <a:latin typeface="Source Code Pro"/>
                <a:ea typeface="Source Code Pro"/>
                <a:cs typeface="Source Code Pro"/>
                <a:sym typeface="Source Code Pro"/>
              </a:rPr>
              <a:t>Heading</a:t>
            </a:r>
            <a:endParaRPr lang="en" sz="1800" b="1">
              <a:solidFill>
                <a:srgbClr val="EF3969"/>
              </a:solidFill>
              <a:latin typeface="Source Code Pro"/>
              <a:ea typeface="Source Code Pro"/>
              <a:cs typeface="Source Code Pro"/>
              <a:sym typeface="Source Code Pro"/>
            </a:endParaRPr>
          </a:p>
        </p:txBody>
      </p:sp>
      <p:sp>
        <p:nvSpPr>
          <p:cNvPr id="10" name="Shape 137"/>
          <p:cNvSpPr txBox="1">
            <a:spLocks noGrp="1"/>
          </p:cNvSpPr>
          <p:nvPr>
            <p:ph type="body" idx="11"/>
          </p:nvPr>
        </p:nvSpPr>
        <p:spPr>
          <a:xfrm>
            <a:off x="6185850" y="2438750"/>
            <a:ext cx="2045999" cy="14706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cxnSp>
        <p:nvCxnSpPr>
          <p:cNvPr id="11" name="Shape 138"/>
          <p:cNvCxnSpPr/>
          <p:nvPr userDrawn="1"/>
        </p:nvCxnSpPr>
        <p:spPr>
          <a:xfrm>
            <a:off x="959550" y="4144075"/>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12" name="Shape 139"/>
          <p:cNvCxnSpPr/>
          <p:nvPr userDrawn="1"/>
        </p:nvCxnSpPr>
        <p:spPr>
          <a:xfrm>
            <a:off x="3538200" y="4144075"/>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13" name="Shape 140"/>
          <p:cNvCxnSpPr/>
          <p:nvPr userDrawn="1"/>
        </p:nvCxnSpPr>
        <p:spPr>
          <a:xfrm>
            <a:off x="6233250" y="4144075"/>
            <a:ext cx="1951199" cy="0"/>
          </a:xfrm>
          <a:prstGeom prst="straightConnector1">
            <a:avLst/>
          </a:prstGeom>
          <a:noFill/>
          <a:ln w="19050" cap="flat" cmpd="sng">
            <a:solidFill>
              <a:srgbClr val="EF3969"/>
            </a:solidFill>
            <a:prstDash val="solid"/>
            <a:round/>
            <a:headEnd type="none" w="med" len="med"/>
            <a:tailEnd type="none" w="med" len="med"/>
          </a:ln>
        </p:spPr>
      </p:cxnSp>
      <p:cxnSp>
        <p:nvCxnSpPr>
          <p:cNvPr id="14" name="Shape 141"/>
          <p:cNvCxnSpPr/>
          <p:nvPr userDrawn="1"/>
        </p:nvCxnSpPr>
        <p:spPr>
          <a:xfrm>
            <a:off x="959550" y="1316850"/>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15" name="Shape 142"/>
          <p:cNvCxnSpPr/>
          <p:nvPr userDrawn="1"/>
        </p:nvCxnSpPr>
        <p:spPr>
          <a:xfrm>
            <a:off x="3538200" y="1316850"/>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16" name="Shape 143"/>
          <p:cNvCxnSpPr/>
          <p:nvPr userDrawn="1"/>
        </p:nvCxnSpPr>
        <p:spPr>
          <a:xfrm>
            <a:off x="6233250" y="1316850"/>
            <a:ext cx="1951199" cy="0"/>
          </a:xfrm>
          <a:prstGeom prst="straightConnector1">
            <a:avLst/>
          </a:prstGeom>
          <a:noFill/>
          <a:ln w="19050" cap="flat" cmpd="sng">
            <a:solidFill>
              <a:srgbClr val="EF3969"/>
            </a:solidFill>
            <a:prstDash val="solid"/>
            <a:round/>
            <a:headEnd type="none" w="med" len="med"/>
            <a:tailEnd type="none" w="med" len="med"/>
          </a:ln>
        </p:spPr>
      </p:cxnSp>
      <p:sp>
        <p:nvSpPr>
          <p:cNvPr id="17" name="Shape 144"/>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8" name="Shape 145"/>
          <p:cNvSpPr/>
          <p:nvPr userDrawn="1"/>
        </p:nvSpPr>
        <p:spPr>
          <a:xfrm>
            <a:off x="1500750" y="882450"/>
            <a:ext cx="868800" cy="868800"/>
          </a:xfrm>
          <a:prstGeom prst="ellipse">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9" name="Shape 146"/>
          <p:cNvSpPr/>
          <p:nvPr userDrawn="1"/>
        </p:nvSpPr>
        <p:spPr>
          <a:xfrm>
            <a:off x="4079400" y="882450"/>
            <a:ext cx="868800" cy="868800"/>
          </a:xfrm>
          <a:prstGeom prst="ellipse">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20" name="Shape 147"/>
          <p:cNvSpPr/>
          <p:nvPr userDrawn="1"/>
        </p:nvSpPr>
        <p:spPr>
          <a:xfrm>
            <a:off x="6774450" y="882450"/>
            <a:ext cx="868800" cy="868800"/>
          </a:xfrm>
          <a:prstGeom prst="ellipse">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Shape 25"/>
        <p:cNvGrpSpPr/>
        <p:nvPr/>
      </p:nvGrpSpPr>
      <p:grpSpPr>
        <a:xfrm>
          <a:off x="0" y="0"/>
          <a:ext cx="0" cy="0"/>
          <a:chOff x="0" y="0"/>
          <a:chExt cx="0" cy="0"/>
        </a:xfrm>
      </p:grpSpPr>
      <p:sp>
        <p:nvSpPr>
          <p:cNvPr id="21" name="Shape 152"/>
          <p:cNvSpPr txBox="1">
            <a:spLocks noGrp="1"/>
          </p:cNvSpPr>
          <p:nvPr>
            <p:ph type="title"/>
          </p:nvPr>
        </p:nvSpPr>
        <p:spPr>
          <a:xfrm>
            <a:off x="1666500" y="1612975"/>
            <a:ext cx="5811000" cy="7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3000" b="1" i="0" u="none" strike="noStrike" cap="none">
                <a:solidFill>
                  <a:srgbClr val="3A9ED9"/>
                </a:solidFill>
                <a:latin typeface="Source Code Pro"/>
                <a:ea typeface="Source Code Pro"/>
                <a:cs typeface="Source Code Pro"/>
                <a:sym typeface="Source Code Pro"/>
              </a:rPr>
              <a:t>/ Heading goes here /</a:t>
            </a:r>
          </a:p>
        </p:txBody>
      </p:sp>
      <p:pic>
        <p:nvPicPr>
          <p:cNvPr id="22" name="Shape 153"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23" name="Shape 154"/>
          <p:cNvCxnSpPr/>
          <p:nvPr userDrawn="1"/>
        </p:nvCxnSpPr>
        <p:spPr>
          <a:xfrm>
            <a:off x="3596400" y="4372675"/>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24" name="Shape 155"/>
          <p:cNvCxnSpPr/>
          <p:nvPr userDrawn="1"/>
        </p:nvCxnSpPr>
        <p:spPr>
          <a:xfrm>
            <a:off x="3596400" y="935850"/>
            <a:ext cx="1951199" cy="0"/>
          </a:xfrm>
          <a:prstGeom prst="straightConnector1">
            <a:avLst/>
          </a:prstGeom>
          <a:noFill/>
          <a:ln w="19050" cap="flat" cmpd="sng">
            <a:solidFill>
              <a:srgbClr val="3A9ED9"/>
            </a:solidFill>
            <a:prstDash val="solid"/>
            <a:round/>
            <a:headEnd type="none" w="med" len="med"/>
            <a:tailEnd type="none" w="med" len="med"/>
          </a:ln>
        </p:spPr>
      </p:cxnSp>
      <p:sp>
        <p:nvSpPr>
          <p:cNvPr id="25" name="Shape 156"/>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26" name="Shape 157"/>
          <p:cNvSpPr/>
          <p:nvPr userDrawn="1"/>
        </p:nvSpPr>
        <p:spPr>
          <a:xfrm>
            <a:off x="4137600" y="501450"/>
            <a:ext cx="868800" cy="868800"/>
          </a:xfrm>
          <a:prstGeom prst="ellipse">
            <a:avLst/>
          </a:prstGeom>
          <a:solidFill>
            <a:srgbClr val="3A9ED9"/>
          </a:solidFill>
          <a:ln>
            <a:noFill/>
          </a:ln>
        </p:spPr>
        <p:txBody>
          <a:bodyPr lIns="91425" tIns="91425" rIns="91425" bIns="91425" anchor="ctr" anchorCtr="0">
            <a:noAutofit/>
          </a:bodyPr>
          <a:lstStyle/>
          <a:p>
            <a:pPr marL="0" marR="0" lvl="0" indent="0" algn="ctr" rtl="0">
              <a:lnSpc>
                <a:spcPct val="100000"/>
              </a:lnSpc>
              <a:spcBef>
                <a:spcPts val="0"/>
              </a:spcBef>
              <a:spcAft>
                <a:spcPts val="0"/>
              </a:spcAft>
              <a:buClr>
                <a:srgbClr val="FFFFFF"/>
              </a:buClr>
              <a:buSzPct val="25000"/>
              <a:buFont typeface="Source Code Pro"/>
              <a:buNone/>
            </a:pPr>
            <a:r>
              <a:rPr lang="en" sz="3000" b="1" i="0" u="none" strike="noStrike" cap="none">
                <a:solidFill>
                  <a:srgbClr val="FFFFFF"/>
                </a:solidFill>
                <a:latin typeface="Source Code Pro"/>
                <a:ea typeface="Source Code Pro"/>
                <a:cs typeface="Source Code Pro"/>
                <a:sym typeface="Source Code Pro"/>
              </a:rPr>
              <a:t>1</a:t>
            </a:r>
          </a:p>
        </p:txBody>
      </p:sp>
      <p:sp>
        <p:nvSpPr>
          <p:cNvPr id="27" name="Shape 158"/>
          <p:cNvSpPr txBox="1">
            <a:spLocks noGrp="1"/>
          </p:cNvSpPr>
          <p:nvPr>
            <p:ph type="body" idx="1"/>
          </p:nvPr>
        </p:nvSpPr>
        <p:spPr>
          <a:xfrm>
            <a:off x="770400" y="2422475"/>
            <a:ext cx="7603199" cy="1535099"/>
          </a:xfrm>
          <a:prstGeom prst="rect">
            <a:avLst/>
          </a:prstGeom>
          <a:noFill/>
          <a:ln>
            <a:noFill/>
          </a:ln>
        </p:spPr>
        <p:txBody>
          <a:bodyPr lIns="91425" tIns="91425" rIns="91425" bIns="91425" anchor="t" anchorCtr="0">
            <a:noAutofit/>
          </a:bodyPr>
          <a:lstStyle/>
          <a:p>
            <a:pPr marL="0" marR="0" lvl="0" indent="0" algn="ctr"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Fusce dapibus, tellus ac cursus commodo, tortor mauris condimentum nibh, ut fermentum massa justo sit amet risus. Aenean eu leo quam. Pellentesque ornare sem.</a:t>
            </a:r>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Shape 25"/>
        <p:cNvGrpSpPr/>
        <p:nvPr/>
      </p:nvGrpSpPr>
      <p:grpSpPr>
        <a:xfrm>
          <a:off x="0" y="0"/>
          <a:ext cx="0" cy="0"/>
          <a:chOff x="0" y="0"/>
          <a:chExt cx="0" cy="0"/>
        </a:xfrm>
      </p:grpSpPr>
      <p:sp>
        <p:nvSpPr>
          <p:cNvPr id="21" name="Shape 163"/>
          <p:cNvSpPr txBox="1">
            <a:spLocks noGrp="1"/>
          </p:cNvSpPr>
          <p:nvPr>
            <p:ph type="title"/>
          </p:nvPr>
        </p:nvSpPr>
        <p:spPr>
          <a:xfrm>
            <a:off x="1666500" y="1612975"/>
            <a:ext cx="5811000" cy="7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3000" b="1" i="0" u="none" strike="noStrike" cap="none">
                <a:solidFill>
                  <a:srgbClr val="ED0096"/>
                </a:solidFill>
                <a:latin typeface="Source Code Pro"/>
                <a:ea typeface="Source Code Pro"/>
                <a:cs typeface="Source Code Pro"/>
                <a:sym typeface="Source Code Pro"/>
              </a:rPr>
              <a:t>/ Heading goes here /</a:t>
            </a:r>
          </a:p>
        </p:txBody>
      </p:sp>
      <p:pic>
        <p:nvPicPr>
          <p:cNvPr id="22" name="Shape 164"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23" name="Shape 165"/>
          <p:cNvCxnSpPr/>
          <p:nvPr userDrawn="1"/>
        </p:nvCxnSpPr>
        <p:spPr>
          <a:xfrm>
            <a:off x="3596400" y="4372675"/>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24" name="Shape 166"/>
          <p:cNvCxnSpPr/>
          <p:nvPr userDrawn="1"/>
        </p:nvCxnSpPr>
        <p:spPr>
          <a:xfrm>
            <a:off x="3596400" y="935850"/>
            <a:ext cx="1951199" cy="0"/>
          </a:xfrm>
          <a:prstGeom prst="straightConnector1">
            <a:avLst/>
          </a:prstGeom>
          <a:noFill/>
          <a:ln w="19050" cap="flat" cmpd="sng">
            <a:solidFill>
              <a:srgbClr val="ED0096"/>
            </a:solidFill>
            <a:prstDash val="solid"/>
            <a:round/>
            <a:headEnd type="none" w="med" len="med"/>
            <a:tailEnd type="none" w="med" len="med"/>
          </a:ln>
        </p:spPr>
      </p:cxnSp>
      <p:sp>
        <p:nvSpPr>
          <p:cNvPr id="25" name="Shape 167"/>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26" name="Shape 168"/>
          <p:cNvSpPr/>
          <p:nvPr userDrawn="1"/>
        </p:nvSpPr>
        <p:spPr>
          <a:xfrm>
            <a:off x="4137600" y="501450"/>
            <a:ext cx="868800" cy="868800"/>
          </a:xfrm>
          <a:prstGeom prst="ellipse">
            <a:avLst/>
          </a:prstGeom>
          <a:solidFill>
            <a:srgbClr val="ED0096"/>
          </a:solidFill>
          <a:ln>
            <a:noFill/>
          </a:ln>
        </p:spPr>
        <p:txBody>
          <a:bodyPr lIns="91425" tIns="91425" rIns="91425" bIns="91425" anchor="ctr" anchorCtr="0">
            <a:noAutofit/>
          </a:bodyPr>
          <a:lstStyle/>
          <a:p>
            <a:pPr marL="0" marR="0" lvl="0" indent="0" algn="ctr" rtl="0">
              <a:lnSpc>
                <a:spcPct val="100000"/>
              </a:lnSpc>
              <a:spcBef>
                <a:spcPts val="0"/>
              </a:spcBef>
              <a:spcAft>
                <a:spcPts val="0"/>
              </a:spcAft>
              <a:buClr>
                <a:srgbClr val="FFFFFF"/>
              </a:buClr>
              <a:buSzPct val="25000"/>
              <a:buFont typeface="Source Code Pro"/>
              <a:buNone/>
            </a:pPr>
            <a:r>
              <a:rPr lang="en" sz="3000" b="1" i="0" u="none" strike="noStrike" cap="none">
                <a:solidFill>
                  <a:srgbClr val="FFFFFF"/>
                </a:solidFill>
                <a:latin typeface="Source Code Pro"/>
                <a:ea typeface="Source Code Pro"/>
                <a:cs typeface="Source Code Pro"/>
                <a:sym typeface="Source Code Pro"/>
              </a:rPr>
              <a:t>2</a:t>
            </a:r>
          </a:p>
        </p:txBody>
      </p:sp>
      <p:sp>
        <p:nvSpPr>
          <p:cNvPr id="27" name="Shape 169"/>
          <p:cNvSpPr txBox="1">
            <a:spLocks noGrp="1"/>
          </p:cNvSpPr>
          <p:nvPr>
            <p:ph type="body" idx="1"/>
          </p:nvPr>
        </p:nvSpPr>
        <p:spPr>
          <a:xfrm>
            <a:off x="770400" y="2422475"/>
            <a:ext cx="7603199" cy="1535099"/>
          </a:xfrm>
          <a:prstGeom prst="rect">
            <a:avLst/>
          </a:prstGeom>
          <a:noFill/>
          <a:ln>
            <a:noFill/>
          </a:ln>
        </p:spPr>
        <p:txBody>
          <a:bodyPr lIns="91425" tIns="91425" rIns="91425" bIns="91425" anchor="t" anchorCtr="0">
            <a:noAutofit/>
          </a:bodyPr>
          <a:lstStyle/>
          <a:p>
            <a:pPr marL="0" marR="0" lvl="0" indent="0" algn="ctr"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Fusce dapibus, tellus ac cursus commodo, tortor mauris condimentum nibh, ut fermentum massa justo sit amet risus. Aenean eu leo quam. Pellentesque ornare sem.</a:t>
            </a: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title and description">
    <p:spTree>
      <p:nvGrpSpPr>
        <p:cNvPr id="1" name="Shape 35"/>
        <p:cNvGrpSpPr/>
        <p:nvPr/>
      </p:nvGrpSpPr>
      <p:grpSpPr>
        <a:xfrm>
          <a:off x="0" y="0"/>
          <a:ext cx="0" cy="0"/>
          <a:chOff x="0" y="0"/>
          <a:chExt cx="0" cy="0"/>
        </a:xfrm>
      </p:grpSpPr>
      <p:sp>
        <p:nvSpPr>
          <p:cNvPr id="7" name="Shape 174"/>
          <p:cNvSpPr/>
          <p:nvPr userDrawn="1"/>
        </p:nvSpPr>
        <p:spPr>
          <a:xfrm>
            <a:off x="0" y="0"/>
            <a:ext cx="4793700" cy="5151300"/>
          </a:xfrm>
          <a:prstGeom prst="rect">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8" name="Shape 176"/>
          <p:cNvSpPr txBox="1">
            <a:spLocks noGrp="1"/>
          </p:cNvSpPr>
          <p:nvPr>
            <p:ph type="title"/>
          </p:nvPr>
        </p:nvSpPr>
        <p:spPr>
          <a:xfrm>
            <a:off x="525200" y="590275"/>
            <a:ext cx="3390900" cy="2284800"/>
          </a:xfrm>
          <a:prstGeom prst="rect">
            <a:avLst/>
          </a:prstGeom>
          <a:noFill/>
          <a:ln>
            <a:noFill/>
          </a:ln>
        </p:spPr>
        <p:txBody>
          <a:bodyPr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Add a</a:t>
            </a:r>
          </a:p>
          <a:p>
            <a:pPr marL="0" marR="0" lvl="0" indent="0" algn="l"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&lt;headline&gt;</a:t>
            </a:r>
          </a:p>
          <a:p>
            <a:pPr marL="0" marR="0" lvl="0" indent="0" algn="l"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here</a:t>
            </a:r>
          </a:p>
        </p:txBody>
      </p:sp>
      <p:sp>
        <p:nvSpPr>
          <p:cNvPr id="9" name="Shape 177"/>
          <p:cNvSpPr/>
          <p:nvPr userDrawn="1"/>
        </p:nvSpPr>
        <p:spPr>
          <a:xfrm>
            <a:off x="3592175" y="0"/>
            <a:ext cx="2399399" cy="5151300"/>
          </a:xfrm>
          <a:prstGeom prst="triangle">
            <a:avLst>
              <a:gd name="adj" fmla="val 50000"/>
            </a:avLst>
          </a:prstGeom>
          <a:solidFill>
            <a:srgbClr val="FFFFFF"/>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0" name="Shape 178"/>
          <p:cNvSpPr txBox="1">
            <a:spLocks noGrp="1"/>
          </p:cNvSpPr>
          <p:nvPr>
            <p:ph type="body" idx="1"/>
          </p:nvPr>
        </p:nvSpPr>
        <p:spPr>
          <a:xfrm>
            <a:off x="5365125" y="771400"/>
            <a:ext cx="2995199" cy="3169499"/>
          </a:xfrm>
          <a:prstGeom prst="rect">
            <a:avLst/>
          </a:prstGeom>
          <a:noFill/>
          <a:ln>
            <a:noFill/>
          </a:ln>
        </p:spPr>
        <p:txBody>
          <a:bodyPr lIns="91425" tIns="91425" rIns="91425" bIns="91425" anchor="t" anchorCtr="0">
            <a:noAutofit/>
          </a:bodyPr>
          <a:lstStyle/>
          <a:p>
            <a:pPr marL="0" marR="0" lvl="0" indent="0" algn="l"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Cras mattis cons ctetur purus sit amet fermentum adon:</a:t>
            </a:r>
          </a:p>
          <a:p>
            <a:pPr marL="0" marR="0" lvl="0" indent="0" algn="l" rtl="0">
              <a:lnSpc>
                <a:spcPct val="115000"/>
              </a:lnSpc>
              <a:spcBef>
                <a:spcPts val="0"/>
              </a:spcBef>
              <a:spcAft>
                <a:spcPts val="0"/>
              </a:spcAft>
              <a:buClr>
                <a:schemeClr val="lt2"/>
              </a:buClr>
              <a:buSzPct val="25000"/>
              <a:buFont typeface="Arial"/>
              <a:buNone/>
            </a:pPr>
            <a:endParaRPr sz="2400" b="0" i="0" u="none" strike="noStrike" cap="none">
              <a:solidFill>
                <a:srgbClr val="434343"/>
              </a:solidFill>
              <a:latin typeface="Calibri"/>
              <a:ea typeface="Calibri"/>
              <a:cs typeface="Calibri"/>
              <a:sym typeface="Calibri"/>
            </a:endParaRP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p:txBody>
      </p:sp>
      <p:pic>
        <p:nvPicPr>
          <p:cNvPr id="11" name="Shape 179"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aption">
    <p:spTree>
      <p:nvGrpSpPr>
        <p:cNvPr id="1" name="Shape 41"/>
        <p:cNvGrpSpPr/>
        <p:nvPr/>
      </p:nvGrpSpPr>
      <p:grpSpPr>
        <a:xfrm>
          <a:off x="0" y="0"/>
          <a:ext cx="0" cy="0"/>
          <a:chOff x="0" y="0"/>
          <a:chExt cx="0" cy="0"/>
        </a:xfrm>
      </p:grpSpPr>
      <p:sp>
        <p:nvSpPr>
          <p:cNvPr id="4" name="Shape 184"/>
          <p:cNvSpPr/>
          <p:nvPr userDrawn="1"/>
        </p:nvSpPr>
        <p:spPr>
          <a:xfrm>
            <a:off x="4350200" y="0"/>
            <a:ext cx="4793700" cy="5151300"/>
          </a:xfrm>
          <a:prstGeom prst="rect">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5" name="Shape 186"/>
          <p:cNvSpPr txBox="1">
            <a:spLocks noGrp="1"/>
          </p:cNvSpPr>
          <p:nvPr>
            <p:ph type="title"/>
          </p:nvPr>
        </p:nvSpPr>
        <p:spPr>
          <a:xfrm>
            <a:off x="5310889" y="590275"/>
            <a:ext cx="3390900" cy="2284800"/>
          </a:xfrm>
          <a:prstGeom prst="rect">
            <a:avLst/>
          </a:prstGeom>
          <a:noFill/>
          <a:ln>
            <a:noFill/>
          </a:ln>
        </p:spPr>
        <p:txBody>
          <a:bodyPr lIns="91425" tIns="91425" rIns="91425" bIns="91425" anchor="t" anchorCtr="0">
            <a:noAutofit/>
          </a:bodyPr>
          <a:lstStyle/>
          <a:p>
            <a:pPr marL="0" marR="0" lvl="0" indent="0" algn="r"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Add a</a:t>
            </a:r>
          </a:p>
          <a:p>
            <a:pPr marL="0" marR="0" lvl="0" indent="0" algn="r"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&lt;headline&gt;</a:t>
            </a:r>
          </a:p>
          <a:p>
            <a:pPr marL="0" marR="0" lvl="0" indent="0" algn="r"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here</a:t>
            </a:r>
          </a:p>
        </p:txBody>
      </p:sp>
      <p:sp>
        <p:nvSpPr>
          <p:cNvPr id="6" name="Shape 187"/>
          <p:cNvSpPr/>
          <p:nvPr userDrawn="1"/>
        </p:nvSpPr>
        <p:spPr>
          <a:xfrm>
            <a:off x="3150900" y="0"/>
            <a:ext cx="2399399" cy="5151300"/>
          </a:xfrm>
          <a:prstGeom prst="triangle">
            <a:avLst>
              <a:gd name="adj" fmla="val 50000"/>
            </a:avLst>
          </a:prstGeom>
          <a:solidFill>
            <a:srgbClr val="FFFFFF"/>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7" name="Shape 188"/>
          <p:cNvSpPr txBox="1">
            <a:spLocks noGrp="1"/>
          </p:cNvSpPr>
          <p:nvPr>
            <p:ph type="body" idx="1"/>
          </p:nvPr>
        </p:nvSpPr>
        <p:spPr>
          <a:xfrm>
            <a:off x="677600" y="771400"/>
            <a:ext cx="2995199" cy="3169499"/>
          </a:xfrm>
          <a:prstGeom prst="rect">
            <a:avLst/>
          </a:prstGeom>
          <a:noFill/>
          <a:ln>
            <a:noFill/>
          </a:ln>
        </p:spPr>
        <p:txBody>
          <a:bodyPr lIns="91425" tIns="91425" rIns="91425" bIns="91425" anchor="t" anchorCtr="0">
            <a:noAutofit/>
          </a:bodyPr>
          <a:lstStyle/>
          <a:p>
            <a:pPr marL="0" marR="0" lvl="0" indent="0" algn="l"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Cras mattis cons ctetur purus sit amet fermentum adon:</a:t>
            </a:r>
          </a:p>
          <a:p>
            <a:pPr marL="0" marR="0" lvl="0" indent="0" algn="l" rtl="0">
              <a:lnSpc>
                <a:spcPct val="115000"/>
              </a:lnSpc>
              <a:spcBef>
                <a:spcPts val="0"/>
              </a:spcBef>
              <a:spcAft>
                <a:spcPts val="0"/>
              </a:spcAft>
              <a:buClr>
                <a:schemeClr val="lt2"/>
              </a:buClr>
              <a:buSzPct val="25000"/>
              <a:buFont typeface="Arial"/>
              <a:buNone/>
            </a:pPr>
            <a:endParaRPr sz="2400" b="0" i="0" u="none" strike="noStrike" cap="none">
              <a:solidFill>
                <a:srgbClr val="434343"/>
              </a:solidFill>
              <a:latin typeface="Calibri"/>
              <a:ea typeface="Calibri"/>
              <a:cs typeface="Calibri"/>
              <a:sym typeface="Calibri"/>
            </a:endParaRP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p:txBody>
      </p:sp>
      <p:pic>
        <p:nvPicPr>
          <p:cNvPr id="8" name="Shape 189"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ig number">
    <p:spTree>
      <p:nvGrpSpPr>
        <p:cNvPr id="1" name="Shape 44"/>
        <p:cNvGrpSpPr/>
        <p:nvPr/>
      </p:nvGrpSpPr>
      <p:grpSpPr>
        <a:xfrm>
          <a:off x="0" y="0"/>
          <a:ext cx="0" cy="0"/>
          <a:chOff x="0" y="0"/>
          <a:chExt cx="0" cy="0"/>
        </a:xfrm>
      </p:grpSpPr>
      <p:sp>
        <p:nvSpPr>
          <p:cNvPr id="5" name="Shape 68"/>
          <p:cNvSpPr/>
          <p:nvPr userDrawn="1"/>
        </p:nvSpPr>
        <p:spPr>
          <a:xfrm>
            <a:off x="0" y="2206325"/>
            <a:ext cx="9144000" cy="2936999"/>
          </a:xfrm>
          <a:prstGeom prst="rect">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 name="Shape 69"/>
          <p:cNvSpPr txBox="1">
            <a:spLocks noGrp="1"/>
          </p:cNvSpPr>
          <p:nvPr>
            <p:ph type="title"/>
          </p:nvPr>
        </p:nvSpPr>
        <p:spPr>
          <a:xfrm>
            <a:off x="720000" y="308200"/>
            <a:ext cx="7704000" cy="5726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2800" b="0" i="0" u="none" strike="noStrike" cap="none">
                <a:solidFill>
                  <a:srgbClr val="3A9ED9"/>
                </a:solidFill>
                <a:latin typeface="Source Code Pro"/>
                <a:ea typeface="Source Code Pro"/>
                <a:cs typeface="Source Code Pro"/>
                <a:sym typeface="Source Code Pro"/>
              </a:rPr>
              <a:t>/ meet your team /</a:t>
            </a:r>
          </a:p>
        </p:txBody>
      </p:sp>
      <p:pic>
        <p:nvPicPr>
          <p:cNvPr id="7" name="Shape 70" descr="megan.png"/>
          <p:cNvPicPr preferRelativeResize="0"/>
          <p:nvPr userDrawn="1"/>
        </p:nvPicPr>
        <p:blipFill rotWithShape="1">
          <a:blip r:embed="rId2">
            <a:alphaModFix/>
          </a:blip>
          <a:srcRect/>
          <a:stretch/>
        </p:blipFill>
        <p:spPr>
          <a:xfrm>
            <a:off x="1520895" y="1427375"/>
            <a:ext cx="1544624" cy="1544624"/>
          </a:xfrm>
          <a:prstGeom prst="rect">
            <a:avLst/>
          </a:prstGeom>
          <a:noFill/>
          <a:ln>
            <a:noFill/>
          </a:ln>
        </p:spPr>
      </p:pic>
      <p:pic>
        <p:nvPicPr>
          <p:cNvPr id="8" name="Shape 71" descr="jennifer.png"/>
          <p:cNvPicPr preferRelativeResize="0"/>
          <p:nvPr userDrawn="1"/>
        </p:nvPicPr>
        <p:blipFill rotWithShape="1">
          <a:blip r:embed="rId3">
            <a:alphaModFix/>
          </a:blip>
          <a:srcRect/>
          <a:stretch/>
        </p:blipFill>
        <p:spPr>
          <a:xfrm>
            <a:off x="3799691" y="1427374"/>
            <a:ext cx="1544624" cy="1544624"/>
          </a:xfrm>
          <a:prstGeom prst="rect">
            <a:avLst/>
          </a:prstGeom>
          <a:noFill/>
          <a:ln>
            <a:noFill/>
          </a:ln>
        </p:spPr>
      </p:pic>
      <p:sp>
        <p:nvSpPr>
          <p:cNvPr id="9" name="Shape 72"/>
          <p:cNvSpPr txBox="1"/>
          <p:nvPr userDrawn="1"/>
        </p:nvSpPr>
        <p:spPr>
          <a:xfrm>
            <a:off x="1334562" y="3288050"/>
            <a:ext cx="1917300" cy="6488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rgbClr val="FFFFFF"/>
              </a:buClr>
              <a:buSzPct val="25000"/>
              <a:buFont typeface="Arial"/>
              <a:buNone/>
            </a:pPr>
            <a:r>
              <a:rPr lang="en" sz="1600" b="1" i="0" u="none" strike="noStrike" cap="none">
                <a:solidFill>
                  <a:srgbClr val="FFFFFF"/>
                </a:solidFill>
                <a:latin typeface="Calibri"/>
                <a:ea typeface="Calibri"/>
                <a:cs typeface="Calibri"/>
                <a:sym typeface="Calibri"/>
              </a:rPr>
              <a:t>NAME</a:t>
            </a:r>
          </a:p>
          <a:p>
            <a:pPr marL="0" marR="0" lvl="0" indent="0" algn="ctr" rtl="0">
              <a:lnSpc>
                <a:spcPct val="100000"/>
              </a:lnSpc>
              <a:spcBef>
                <a:spcPts val="0"/>
              </a:spcBef>
              <a:spcAft>
                <a:spcPts val="0"/>
              </a:spcAft>
              <a:buClr>
                <a:srgbClr val="FFFFFF"/>
              </a:buClr>
              <a:buSzPct val="25000"/>
              <a:buFont typeface="Arial"/>
              <a:buNone/>
            </a:pPr>
            <a:r>
              <a:rPr lang="en" sz="1200" b="0" i="0" u="none" strike="noStrike" cap="none">
                <a:solidFill>
                  <a:srgbClr val="FFFFFF"/>
                </a:solidFill>
                <a:latin typeface="Calibri"/>
                <a:ea typeface="Calibri"/>
                <a:cs typeface="Calibri"/>
                <a:sym typeface="Calibri"/>
              </a:rPr>
              <a:t>Title Here</a:t>
            </a:r>
          </a:p>
        </p:txBody>
      </p:sp>
      <p:sp>
        <p:nvSpPr>
          <p:cNvPr id="10" name="Shape 73"/>
          <p:cNvSpPr txBox="1"/>
          <p:nvPr userDrawn="1"/>
        </p:nvSpPr>
        <p:spPr>
          <a:xfrm>
            <a:off x="3455689" y="3288050"/>
            <a:ext cx="2232599" cy="6488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rgbClr val="F3F3F3"/>
              </a:buClr>
              <a:buSzPct val="25000"/>
              <a:buFont typeface="Arial"/>
              <a:buNone/>
            </a:pPr>
            <a:r>
              <a:rPr lang="en" sz="1600" b="1" i="0" u="none" strike="noStrike" cap="none">
                <a:solidFill>
                  <a:srgbClr val="F3F3F3"/>
                </a:solidFill>
                <a:latin typeface="Calibri"/>
                <a:ea typeface="Calibri"/>
                <a:cs typeface="Calibri"/>
                <a:sym typeface="Calibri"/>
              </a:rPr>
              <a:t>NAME</a:t>
            </a:r>
          </a:p>
          <a:p>
            <a:pPr marL="0" marR="0" lvl="0" indent="0" algn="ctr" rtl="0">
              <a:lnSpc>
                <a:spcPct val="100000"/>
              </a:lnSpc>
              <a:spcBef>
                <a:spcPts val="0"/>
              </a:spcBef>
              <a:spcAft>
                <a:spcPts val="0"/>
              </a:spcAft>
              <a:buClr>
                <a:schemeClr val="dk1"/>
              </a:buClr>
              <a:buSzPct val="25000"/>
              <a:buFont typeface="Arial"/>
              <a:buNone/>
            </a:pPr>
            <a:r>
              <a:rPr lang="en" sz="1200" b="0" i="0" u="none" strike="noStrike" cap="none">
                <a:solidFill>
                  <a:schemeClr val="dk1"/>
                </a:solidFill>
                <a:latin typeface="Calibri"/>
                <a:ea typeface="Calibri"/>
                <a:cs typeface="Calibri"/>
                <a:sym typeface="Calibri"/>
              </a:rPr>
              <a:t>Title Here</a:t>
            </a:r>
          </a:p>
        </p:txBody>
      </p:sp>
      <p:pic>
        <p:nvPicPr>
          <p:cNvPr id="11" name="Shape 74" descr="megan.png"/>
          <p:cNvPicPr preferRelativeResize="0"/>
          <p:nvPr userDrawn="1"/>
        </p:nvPicPr>
        <p:blipFill rotWithShape="1">
          <a:blip r:embed="rId2">
            <a:alphaModFix/>
          </a:blip>
          <a:srcRect/>
          <a:stretch/>
        </p:blipFill>
        <p:spPr>
          <a:xfrm>
            <a:off x="6078496" y="1427375"/>
            <a:ext cx="1544624" cy="1544624"/>
          </a:xfrm>
          <a:prstGeom prst="rect">
            <a:avLst/>
          </a:prstGeom>
          <a:noFill/>
          <a:ln>
            <a:noFill/>
          </a:ln>
        </p:spPr>
      </p:pic>
      <p:sp>
        <p:nvSpPr>
          <p:cNvPr id="12" name="Shape 75"/>
          <p:cNvSpPr txBox="1"/>
          <p:nvPr userDrawn="1"/>
        </p:nvSpPr>
        <p:spPr>
          <a:xfrm>
            <a:off x="5892112" y="3288050"/>
            <a:ext cx="1917300" cy="6488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rgbClr val="FFFFFF"/>
              </a:buClr>
              <a:buSzPct val="25000"/>
              <a:buFont typeface="Arial"/>
              <a:buNone/>
            </a:pPr>
            <a:r>
              <a:rPr lang="en" sz="1600" b="1" i="0" u="none" strike="noStrike" cap="none">
                <a:solidFill>
                  <a:srgbClr val="FFFFFF"/>
                </a:solidFill>
                <a:latin typeface="Calibri"/>
                <a:ea typeface="Calibri"/>
                <a:cs typeface="Calibri"/>
                <a:sym typeface="Calibri"/>
              </a:rPr>
              <a:t>NAME</a:t>
            </a:r>
          </a:p>
          <a:p>
            <a:pPr marL="0" marR="0" lvl="0" indent="0" algn="ctr" rtl="0">
              <a:lnSpc>
                <a:spcPct val="100000"/>
              </a:lnSpc>
              <a:spcBef>
                <a:spcPts val="0"/>
              </a:spcBef>
              <a:spcAft>
                <a:spcPts val="0"/>
              </a:spcAft>
              <a:buClr>
                <a:schemeClr val="dk1"/>
              </a:buClr>
              <a:buSzPct val="25000"/>
              <a:buFont typeface="Arial"/>
              <a:buNone/>
            </a:pPr>
            <a:r>
              <a:rPr lang="en" sz="1200" b="0" i="0" u="none" strike="noStrike" cap="none">
                <a:solidFill>
                  <a:schemeClr val="dk1"/>
                </a:solidFill>
                <a:latin typeface="Calibri"/>
                <a:ea typeface="Calibri"/>
                <a:cs typeface="Calibri"/>
                <a:sym typeface="Calibri"/>
              </a:rPr>
              <a:t>Title Here</a:t>
            </a:r>
          </a:p>
        </p:txBody>
      </p:sp>
      <p:pic>
        <p:nvPicPr>
          <p:cNvPr id="13" name="Shape 76" descr="metis-mini.png"/>
          <p:cNvPicPr preferRelativeResize="0"/>
          <p:nvPr userDrawn="1"/>
        </p:nvPicPr>
        <p:blipFill rotWithShape="1">
          <a:blip r:embed="rId4">
            <a:alphaModFix amt="25000"/>
          </a:blip>
          <a:srcRect/>
          <a:stretch/>
        </p:blipFill>
        <p:spPr>
          <a:xfrm>
            <a:off x="4408787" y="4444075"/>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Shape 48"/>
        <p:cNvGrpSpPr/>
        <p:nvPr/>
      </p:nvGrpSpPr>
      <p:grpSpPr>
        <a:xfrm>
          <a:off x="0" y="0"/>
          <a:ext cx="0" cy="0"/>
          <a:chOff x="0" y="0"/>
          <a:chExt cx="0" cy="0"/>
        </a:xfrm>
      </p:grpSpPr>
      <p:sp>
        <p:nvSpPr>
          <p:cNvPr id="3" name="Shape 210"/>
          <p:cNvSpPr/>
          <p:nvPr userDrawn="1"/>
        </p:nvSpPr>
        <p:spPr>
          <a:xfrm>
            <a:off x="6096000" y="0"/>
            <a:ext cx="3048000" cy="1182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5" name="Shape 212"/>
          <p:cNvSpPr/>
          <p:nvPr userDrawn="1"/>
        </p:nvSpPr>
        <p:spPr>
          <a:xfrm>
            <a:off x="3048000" y="0"/>
            <a:ext cx="3048000" cy="1182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 name="Shape 213"/>
          <p:cNvSpPr/>
          <p:nvPr userDrawn="1"/>
        </p:nvSpPr>
        <p:spPr>
          <a:xfrm>
            <a:off x="0" y="0"/>
            <a:ext cx="3048000" cy="1182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7" name="Shape 214"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8" name="Shape 215"/>
          <p:cNvSpPr txBox="1">
            <a:spLocks/>
          </p:cNvSpPr>
          <p:nvPr userDrawn="1"/>
        </p:nvSpPr>
        <p:spPr>
          <a:xfrm>
            <a:off x="1038875" y="874125"/>
            <a:ext cx="6703800" cy="842700"/>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3600" smtClean="0">
                <a:solidFill>
                  <a:srgbClr val="3A9ED9"/>
                </a:solidFill>
                <a:latin typeface="Source Code Pro"/>
                <a:ea typeface="Source Code Pro"/>
                <a:cs typeface="Source Code Pro"/>
                <a:sym typeface="Source Code Pro"/>
              </a:rPr>
              <a:t>/ headline goes here /</a:t>
            </a:r>
            <a:endParaRPr lang="en" sz="3600">
              <a:solidFill>
                <a:srgbClr val="3A9ED9"/>
              </a:solidFill>
              <a:latin typeface="Source Code Pro"/>
              <a:ea typeface="Source Code Pro"/>
              <a:cs typeface="Source Code Pro"/>
              <a:sym typeface="Source Code Pro"/>
            </a:endParaRPr>
          </a:p>
        </p:txBody>
      </p:sp>
      <p:sp>
        <p:nvSpPr>
          <p:cNvPr id="9" name="Shape 216"/>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Shape 48"/>
        <p:cNvGrpSpPr/>
        <p:nvPr/>
      </p:nvGrpSpPr>
      <p:grpSpPr>
        <a:xfrm>
          <a:off x="0" y="0"/>
          <a:ext cx="0" cy="0"/>
          <a:chOff x="0" y="0"/>
          <a:chExt cx="0" cy="0"/>
        </a:xfrm>
      </p:grpSpPr>
      <p:sp>
        <p:nvSpPr>
          <p:cNvPr id="10" name="Shape 221"/>
          <p:cNvSpPr/>
          <p:nvPr userDrawn="1"/>
        </p:nvSpPr>
        <p:spPr>
          <a:xfrm>
            <a:off x="6096000" y="0"/>
            <a:ext cx="3048000" cy="1182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2" name="Shape 223"/>
          <p:cNvSpPr/>
          <p:nvPr userDrawn="1"/>
        </p:nvSpPr>
        <p:spPr>
          <a:xfrm>
            <a:off x="3048000" y="0"/>
            <a:ext cx="3048000" cy="1182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3" name="Shape 224"/>
          <p:cNvSpPr/>
          <p:nvPr userDrawn="1"/>
        </p:nvSpPr>
        <p:spPr>
          <a:xfrm>
            <a:off x="0" y="0"/>
            <a:ext cx="3048000" cy="13239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14" name="Shape 225"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15" name="Shape 226"/>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
        <p:nvSpPr>
          <p:cNvPr id="16" name="Shape 227"/>
          <p:cNvSpPr txBox="1">
            <a:spLocks/>
          </p:cNvSpPr>
          <p:nvPr userDrawn="1"/>
        </p:nvSpPr>
        <p:spPr>
          <a:xfrm>
            <a:off x="266650" y="170500"/>
            <a:ext cx="2415300" cy="9668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rgbClr val="FFFFFF"/>
                </a:solidFill>
                <a:latin typeface="Source Code Pro"/>
                <a:ea typeface="Source Code Pro"/>
                <a:cs typeface="Source Code Pro"/>
                <a:sym typeface="Source Code Pro"/>
              </a:rPr>
              <a:t>Section </a:t>
            </a:r>
          </a:p>
          <a:p>
            <a:pPr>
              <a:buSzPct val="25000"/>
              <a:buFont typeface="Source Code Pro"/>
              <a:buNone/>
            </a:pPr>
            <a:r>
              <a:rPr lang="en" sz="2400" smtClean="0">
                <a:solidFill>
                  <a:srgbClr val="FFFFFF"/>
                </a:solidFill>
                <a:latin typeface="Source Code Pro"/>
                <a:ea typeface="Source Code Pro"/>
                <a:cs typeface="Source Code Pro"/>
                <a:sym typeface="Source Code Pro"/>
              </a:rPr>
              <a:t>001</a:t>
            </a:r>
            <a:endParaRPr lang="en" sz="2400">
              <a:solidFill>
                <a:srgbClr val="FFFFFF"/>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Shape 48"/>
        <p:cNvGrpSpPr/>
        <p:nvPr/>
      </p:nvGrpSpPr>
      <p:grpSpPr>
        <a:xfrm>
          <a:off x="0" y="0"/>
          <a:ext cx="0" cy="0"/>
          <a:chOff x="0" y="0"/>
          <a:chExt cx="0" cy="0"/>
        </a:xfrm>
      </p:grpSpPr>
      <p:sp>
        <p:nvSpPr>
          <p:cNvPr id="9" name="Shape 232"/>
          <p:cNvSpPr/>
          <p:nvPr userDrawn="1"/>
        </p:nvSpPr>
        <p:spPr>
          <a:xfrm>
            <a:off x="6096000" y="0"/>
            <a:ext cx="3048000" cy="1182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8" name="Shape 234"/>
          <p:cNvSpPr/>
          <p:nvPr userDrawn="1"/>
        </p:nvSpPr>
        <p:spPr>
          <a:xfrm>
            <a:off x="3048000" y="0"/>
            <a:ext cx="3048000" cy="13239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9" name="Shape 235"/>
          <p:cNvSpPr/>
          <p:nvPr userDrawn="1"/>
        </p:nvSpPr>
        <p:spPr>
          <a:xfrm>
            <a:off x="0" y="0"/>
            <a:ext cx="3048000" cy="1182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20" name="Shape 236"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21" name="Shape 237"/>
          <p:cNvSpPr txBox="1">
            <a:spLocks/>
          </p:cNvSpPr>
          <p:nvPr userDrawn="1"/>
        </p:nvSpPr>
        <p:spPr>
          <a:xfrm>
            <a:off x="3321050" y="170500"/>
            <a:ext cx="2415300" cy="9668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rgbClr val="FFFFFF"/>
                </a:solidFill>
                <a:latin typeface="Source Code Pro"/>
                <a:ea typeface="Source Code Pro"/>
                <a:cs typeface="Source Code Pro"/>
                <a:sym typeface="Source Code Pro"/>
              </a:rPr>
              <a:t>Section </a:t>
            </a:r>
          </a:p>
          <a:p>
            <a:pPr>
              <a:buSzPct val="25000"/>
              <a:buFont typeface="Source Code Pro"/>
              <a:buNone/>
            </a:pPr>
            <a:r>
              <a:rPr lang="en" sz="2400" smtClean="0">
                <a:solidFill>
                  <a:srgbClr val="FFFFFF"/>
                </a:solidFill>
                <a:latin typeface="Source Code Pro"/>
                <a:ea typeface="Source Code Pro"/>
                <a:cs typeface="Source Code Pro"/>
                <a:sym typeface="Source Code Pro"/>
              </a:rPr>
              <a:t>002</a:t>
            </a:r>
            <a:endParaRPr lang="en" sz="2400">
              <a:solidFill>
                <a:srgbClr val="FFFFFF"/>
              </a:solidFill>
              <a:latin typeface="Source Code Pro"/>
              <a:ea typeface="Source Code Pro"/>
              <a:cs typeface="Source Code Pro"/>
              <a:sym typeface="Source Code Pro"/>
            </a:endParaRPr>
          </a:p>
        </p:txBody>
      </p:sp>
      <p:sp>
        <p:nvSpPr>
          <p:cNvPr id="22" name="Shape 238"/>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Shape 48"/>
        <p:cNvGrpSpPr/>
        <p:nvPr/>
      </p:nvGrpSpPr>
      <p:grpSpPr>
        <a:xfrm>
          <a:off x="0" y="0"/>
          <a:ext cx="0" cy="0"/>
          <a:chOff x="0" y="0"/>
          <a:chExt cx="0" cy="0"/>
        </a:xfrm>
      </p:grpSpPr>
      <p:sp>
        <p:nvSpPr>
          <p:cNvPr id="9" name="Shape 243"/>
          <p:cNvSpPr/>
          <p:nvPr userDrawn="1"/>
        </p:nvSpPr>
        <p:spPr>
          <a:xfrm>
            <a:off x="6096000" y="0"/>
            <a:ext cx="3048000" cy="13239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8" name="Shape 245"/>
          <p:cNvSpPr/>
          <p:nvPr userDrawn="1"/>
        </p:nvSpPr>
        <p:spPr>
          <a:xfrm>
            <a:off x="3048000" y="0"/>
            <a:ext cx="3048000" cy="1182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9" name="Shape 246"/>
          <p:cNvSpPr/>
          <p:nvPr userDrawn="1"/>
        </p:nvSpPr>
        <p:spPr>
          <a:xfrm>
            <a:off x="0" y="0"/>
            <a:ext cx="3048000" cy="1182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20" name="Shape 247"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21" name="Shape 248"/>
          <p:cNvSpPr txBox="1">
            <a:spLocks/>
          </p:cNvSpPr>
          <p:nvPr userDrawn="1"/>
        </p:nvSpPr>
        <p:spPr>
          <a:xfrm>
            <a:off x="6319900" y="170500"/>
            <a:ext cx="2415300" cy="9668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rgbClr val="FFFFFF"/>
                </a:solidFill>
                <a:latin typeface="Source Code Pro"/>
                <a:ea typeface="Source Code Pro"/>
                <a:cs typeface="Source Code Pro"/>
                <a:sym typeface="Source Code Pro"/>
              </a:rPr>
              <a:t>Section </a:t>
            </a:r>
          </a:p>
          <a:p>
            <a:pPr>
              <a:buSzPct val="25000"/>
              <a:buFont typeface="Source Code Pro"/>
              <a:buNone/>
            </a:pPr>
            <a:r>
              <a:rPr lang="en" sz="2400" smtClean="0">
                <a:solidFill>
                  <a:srgbClr val="FFFFFF"/>
                </a:solidFill>
                <a:latin typeface="Source Code Pro"/>
                <a:ea typeface="Source Code Pro"/>
                <a:cs typeface="Source Code Pro"/>
                <a:sym typeface="Source Code Pro"/>
              </a:rPr>
              <a:t>003</a:t>
            </a:r>
            <a:endParaRPr lang="en" sz="2400">
              <a:solidFill>
                <a:srgbClr val="FFFFFF"/>
              </a:solidFill>
              <a:latin typeface="Source Code Pro"/>
              <a:ea typeface="Source Code Pro"/>
              <a:cs typeface="Source Code Pro"/>
              <a:sym typeface="Source Code Pro"/>
            </a:endParaRPr>
          </a:p>
        </p:txBody>
      </p:sp>
      <p:sp>
        <p:nvSpPr>
          <p:cNvPr id="22" name="Shape 249"/>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Blank">
    <p:spTree>
      <p:nvGrpSpPr>
        <p:cNvPr id="1" name="Shape 48"/>
        <p:cNvGrpSpPr/>
        <p:nvPr/>
      </p:nvGrpSpPr>
      <p:grpSpPr>
        <a:xfrm>
          <a:off x="0" y="0"/>
          <a:ext cx="0" cy="0"/>
          <a:chOff x="0" y="0"/>
          <a:chExt cx="0" cy="0"/>
        </a:xfrm>
      </p:grpSpPr>
      <p:sp>
        <p:nvSpPr>
          <p:cNvPr id="8" name="Shape 254"/>
          <p:cNvSpPr txBox="1">
            <a:spLocks noGrp="1"/>
          </p:cNvSpPr>
          <p:nvPr>
            <p:ph type="title"/>
          </p:nvPr>
        </p:nvSpPr>
        <p:spPr>
          <a:xfrm>
            <a:off x="464100" y="1644150"/>
            <a:ext cx="4900499" cy="1279200"/>
          </a:xfrm>
          <a:prstGeom prst="rect">
            <a:avLst/>
          </a:prstGeom>
          <a:noFill/>
          <a:ln>
            <a:noFill/>
          </a:ln>
        </p:spPr>
        <p:txBody>
          <a:bodyPr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Source Code Pro"/>
              <a:buNone/>
            </a:pPr>
            <a:r>
              <a:rPr lang="en" sz="6000" b="1" i="0" u="none" strike="noStrike" cap="none">
                <a:solidFill>
                  <a:srgbClr val="ED0096"/>
                </a:solidFill>
                <a:latin typeface="Source Code Pro"/>
                <a:ea typeface="Source Code Pro"/>
                <a:cs typeface="Source Code Pro"/>
                <a:sym typeface="Source Code Pro"/>
              </a:rPr>
              <a:t>Questions?</a:t>
            </a:r>
          </a:p>
        </p:txBody>
      </p:sp>
      <p:pic>
        <p:nvPicPr>
          <p:cNvPr id="10" name="Shape 255"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11" name="Shape 256"/>
          <p:cNvCxnSpPr/>
          <p:nvPr userDrawn="1"/>
        </p:nvCxnSpPr>
        <p:spPr>
          <a:xfrm>
            <a:off x="0" y="3082200"/>
            <a:ext cx="5322899" cy="0"/>
          </a:xfrm>
          <a:prstGeom prst="straightConnector1">
            <a:avLst/>
          </a:prstGeom>
          <a:noFill/>
          <a:ln w="19050" cap="flat" cmpd="sng">
            <a:solidFill>
              <a:srgbClr val="ED0096"/>
            </a:solidFill>
            <a:prstDash val="solid"/>
            <a:round/>
            <a:headEnd type="none" w="med" len="med"/>
            <a:tailEnd type="none" w="med" len="med"/>
          </a:ln>
        </p:spPr>
      </p:cxnSp>
      <p:sp>
        <p:nvSpPr>
          <p:cNvPr id="12" name="Shape 257"/>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9"/>
        <p:cNvGrpSpPr/>
        <p:nvPr/>
      </p:nvGrpSpPr>
      <p:grpSpPr>
        <a:xfrm>
          <a:off x="0" y="0"/>
          <a:ext cx="0" cy="0"/>
          <a:chOff x="0" y="0"/>
          <a:chExt cx="0" cy="0"/>
        </a:xfrm>
      </p:grpSpPr>
      <p:sp>
        <p:nvSpPr>
          <p:cNvPr id="10" name="Shape 10"/>
          <p:cNvSpPr txBox="1">
            <a:spLocks noGrp="1"/>
          </p:cNvSpPr>
          <p:nvPr>
            <p:ph type="ctrTitle"/>
          </p:nvPr>
        </p:nvSpPr>
        <p:spPr>
          <a:xfrm>
            <a:off x="311708" y="744575"/>
            <a:ext cx="8520599" cy="2052599"/>
          </a:xfrm>
          <a:prstGeom prst="rect">
            <a:avLst/>
          </a:prstGeom>
          <a:noFill/>
          <a:ln>
            <a:noFill/>
          </a:ln>
        </p:spPr>
        <p:txBody>
          <a:bodyPr lIns="91425" tIns="91425" rIns="91425" bIns="91425" anchor="b" anchorCtr="0"/>
          <a:lstStyle>
            <a:lvl1pPr marL="0" marR="0" lvl="0" indent="0" algn="ctr" rtl="0">
              <a:lnSpc>
                <a:spcPct val="100000"/>
              </a:lnSpc>
              <a:spcBef>
                <a:spcPts val="0"/>
              </a:spcBef>
              <a:spcAft>
                <a:spcPts val="0"/>
              </a:spcAft>
              <a:buClr>
                <a:schemeClr val="dk1"/>
              </a:buClr>
              <a:buFont typeface="Arial"/>
              <a:buNone/>
              <a:defRPr sz="5200" b="0" i="0" u="none" strike="noStrike" cap="none">
                <a:solidFill>
                  <a:schemeClr val="dk1"/>
                </a:solidFill>
                <a:latin typeface="Arial"/>
                <a:ea typeface="Arial"/>
                <a:cs typeface="Arial"/>
                <a:sym typeface="Arial"/>
              </a:defRPr>
            </a:lvl1pPr>
            <a:lvl2pPr lvl="1" indent="0" algn="ctr">
              <a:spcBef>
                <a:spcPts val="0"/>
              </a:spcBef>
              <a:buClr>
                <a:schemeClr val="dk1"/>
              </a:buClr>
              <a:buFont typeface="Arial"/>
              <a:buNone/>
              <a:defRPr sz="5200">
                <a:solidFill>
                  <a:schemeClr val="dk1"/>
                </a:solidFill>
              </a:defRPr>
            </a:lvl2pPr>
            <a:lvl3pPr lvl="2" indent="0" algn="ctr">
              <a:spcBef>
                <a:spcPts val="0"/>
              </a:spcBef>
              <a:buClr>
                <a:schemeClr val="dk1"/>
              </a:buClr>
              <a:buFont typeface="Arial"/>
              <a:buNone/>
              <a:defRPr sz="5200">
                <a:solidFill>
                  <a:schemeClr val="dk1"/>
                </a:solidFill>
              </a:defRPr>
            </a:lvl3pPr>
            <a:lvl4pPr lvl="3" indent="0" algn="ctr">
              <a:spcBef>
                <a:spcPts val="0"/>
              </a:spcBef>
              <a:buClr>
                <a:schemeClr val="dk1"/>
              </a:buClr>
              <a:buFont typeface="Arial"/>
              <a:buNone/>
              <a:defRPr sz="5200">
                <a:solidFill>
                  <a:schemeClr val="dk1"/>
                </a:solidFill>
              </a:defRPr>
            </a:lvl4pPr>
            <a:lvl5pPr lvl="4" indent="0" algn="ctr">
              <a:spcBef>
                <a:spcPts val="0"/>
              </a:spcBef>
              <a:buClr>
                <a:schemeClr val="dk1"/>
              </a:buClr>
              <a:buFont typeface="Arial"/>
              <a:buNone/>
              <a:defRPr sz="5200">
                <a:solidFill>
                  <a:schemeClr val="dk1"/>
                </a:solidFill>
              </a:defRPr>
            </a:lvl5pPr>
            <a:lvl6pPr lvl="5" indent="0" algn="ctr">
              <a:spcBef>
                <a:spcPts val="0"/>
              </a:spcBef>
              <a:buClr>
                <a:schemeClr val="dk1"/>
              </a:buClr>
              <a:buFont typeface="Arial"/>
              <a:buNone/>
              <a:defRPr sz="5200">
                <a:solidFill>
                  <a:schemeClr val="dk1"/>
                </a:solidFill>
              </a:defRPr>
            </a:lvl6pPr>
            <a:lvl7pPr lvl="6" indent="0" algn="ctr">
              <a:spcBef>
                <a:spcPts val="0"/>
              </a:spcBef>
              <a:buClr>
                <a:schemeClr val="dk1"/>
              </a:buClr>
              <a:buFont typeface="Arial"/>
              <a:buNone/>
              <a:defRPr sz="5200">
                <a:solidFill>
                  <a:schemeClr val="dk1"/>
                </a:solidFill>
              </a:defRPr>
            </a:lvl7pPr>
            <a:lvl8pPr lvl="7" indent="0" algn="ctr">
              <a:spcBef>
                <a:spcPts val="0"/>
              </a:spcBef>
              <a:buClr>
                <a:schemeClr val="dk1"/>
              </a:buClr>
              <a:buFont typeface="Arial"/>
              <a:buNone/>
              <a:defRPr sz="5200">
                <a:solidFill>
                  <a:schemeClr val="dk1"/>
                </a:solidFill>
              </a:defRPr>
            </a:lvl8pPr>
            <a:lvl9pPr lvl="8" indent="0" algn="ctr">
              <a:spcBef>
                <a:spcPts val="0"/>
              </a:spcBef>
              <a:buClr>
                <a:schemeClr val="dk1"/>
              </a:buClr>
              <a:buFont typeface="Arial"/>
              <a:buNone/>
              <a:defRPr sz="5200">
                <a:solidFill>
                  <a:schemeClr val="dk1"/>
                </a:solidFill>
              </a:defRPr>
            </a:lvl9pPr>
          </a:lstStyle>
          <a:p>
            <a:endParaRPr/>
          </a:p>
        </p:txBody>
      </p:sp>
      <p:sp>
        <p:nvSpPr>
          <p:cNvPr id="11" name="Shape 11"/>
          <p:cNvSpPr txBox="1">
            <a:spLocks noGrp="1"/>
          </p:cNvSpPr>
          <p:nvPr>
            <p:ph type="subTitle" idx="1"/>
          </p:nvPr>
        </p:nvSpPr>
        <p:spPr>
          <a:xfrm>
            <a:off x="311700" y="2834125"/>
            <a:ext cx="8520599" cy="792600"/>
          </a:xfrm>
          <a:prstGeom prst="rect">
            <a:avLst/>
          </a:prstGeom>
          <a:noFill/>
          <a:ln>
            <a:noFill/>
          </a:ln>
        </p:spPr>
        <p:txBody>
          <a:bodyPr lIns="91425" tIns="91425" rIns="91425" bIns="91425" anchor="t" anchorCtr="0"/>
          <a:lstStyle>
            <a:lvl1pPr marL="0" marR="0" lvl="0"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1pPr>
            <a:lvl2pPr marL="457200" marR="0" lvl="1"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2pPr>
            <a:lvl3pPr marL="914400" marR="0" lvl="2"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3pPr>
            <a:lvl4pPr marL="1371600" marR="0" lvl="3"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4pPr>
            <a:lvl5pPr marL="1828800" marR="0" lvl="4"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5pPr>
            <a:lvl6pPr marL="2286000" marR="0" lvl="5"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6pPr>
            <a:lvl7pPr marL="2743200" marR="0" lvl="6"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7pPr>
            <a:lvl8pPr marL="3200400" marR="0" lvl="7"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8pPr>
            <a:lvl9pPr marL="3657600" marR="0" lvl="8"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9pPr>
          </a:lstStyle>
          <a:p>
            <a:endParaRPr/>
          </a:p>
        </p:txBody>
      </p:sp>
      <p:sp>
        <p:nvSpPr>
          <p:cNvPr id="12" name="Shape 12"/>
          <p:cNvSpPr txBox="1">
            <a:spLocks noGrp="1"/>
          </p:cNvSpPr>
          <p:nvPr>
            <p:ph type="sldNum" idx="12"/>
          </p:nvPr>
        </p:nvSpPr>
        <p:spPr>
          <a:xfrm>
            <a:off x="8472457" y="4663216"/>
            <a:ext cx="548699" cy="393600"/>
          </a:xfrm>
          <a:prstGeom prst="rect">
            <a:avLst/>
          </a:prstGeom>
          <a:no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SzPct val="25000"/>
              <a:buFont typeface="Arial"/>
              <a:buNone/>
            </a:pPr>
            <a:fld id="{00000000-1234-1234-1234-123412341234}" type="slidenum">
              <a:rPr lang="en" sz="1400" b="0" i="0" u="none" strike="noStrike" cap="none">
                <a:solidFill>
                  <a:srgbClr val="000000"/>
                </a:solidFill>
                <a:latin typeface="Arial"/>
                <a:ea typeface="Arial"/>
                <a:cs typeface="Arial"/>
                <a:sym typeface="Arial"/>
              </a:rPr>
              <a:t>‹#›</a:t>
            </a:fld>
            <a:endParaRPr lang="en"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625872281"/>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375"/>
            <a:ext cx="6858000" cy="17907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1461996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2485316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700"/>
            <a:ext cx="7886700" cy="2139950"/>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3441700"/>
            <a:ext cx="7886700" cy="1125538"/>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0092309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370013"/>
            <a:ext cx="3867150" cy="32623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0013"/>
            <a:ext cx="3867150" cy="32623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3182788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274638"/>
            <a:ext cx="7886700" cy="993775"/>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30238" y="1879600"/>
            <a:ext cx="3868737" cy="27622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1879600"/>
            <a:ext cx="3887788" cy="27622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7239298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5947337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20941712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6270274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5402345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95418410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4638"/>
            <a:ext cx="1971675" cy="435768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274638"/>
            <a:ext cx="5762625" cy="435768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71186058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1_Title Slide with Radial Gradient">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6" name="Title 1"/>
          <p:cNvSpPr>
            <a:spLocks noGrp="1"/>
          </p:cNvSpPr>
          <p:nvPr>
            <p:ph type="ctrTitle" hasCustomPrompt="1"/>
          </p:nvPr>
        </p:nvSpPr>
        <p:spPr>
          <a:xfrm>
            <a:off x="444687" y="2479422"/>
            <a:ext cx="8212886" cy="1102519"/>
          </a:xfrm>
        </p:spPr>
        <p:txBody>
          <a:bodyPr lIns="0" rIns="0" anchor="b" anchorCtr="0">
            <a:noAutofit/>
          </a:bodyPr>
          <a:lstStyle>
            <a:lvl1pPr>
              <a:lnSpc>
                <a:spcPct val="80000"/>
              </a:lnSpc>
              <a:defRPr sz="6500" b="0"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65pt Intel Clear pro Title</a:t>
            </a:r>
            <a:br>
              <a:rPr lang="en-US" dirty="0" smtClean="0"/>
            </a:br>
            <a:r>
              <a:rPr lang="en-US" dirty="0" smtClean="0"/>
              <a:t>with radial gradient</a:t>
            </a:r>
            <a:endParaRPr lang="en-US" dirty="0"/>
          </a:p>
        </p:txBody>
      </p:sp>
      <p:sp>
        <p:nvSpPr>
          <p:cNvPr id="9" name="Subtitle 2"/>
          <p:cNvSpPr>
            <a:spLocks noGrp="1"/>
          </p:cNvSpPr>
          <p:nvPr>
            <p:ph type="subTitle" idx="1" hasCustomPrompt="1"/>
          </p:nvPr>
        </p:nvSpPr>
        <p:spPr>
          <a:xfrm>
            <a:off x="455613" y="3493008"/>
            <a:ext cx="6330212" cy="925360"/>
          </a:xfrm>
        </p:spPr>
        <p:txBody>
          <a:bodyPr lIns="0" rIns="0">
            <a:noAutofit/>
          </a:bodyPr>
          <a:lstStyle>
            <a:lvl1pPr marL="0" indent="0" algn="l">
              <a:buNone/>
              <a:defRPr sz="1600" b="0" i="0" baseline="0">
                <a:solidFill>
                  <a:srgbClr val="F3D54E"/>
                </a:solidFill>
                <a:latin typeface="Intel Clear"/>
                <a:cs typeface="Intel Clear"/>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16pt Intel Clear Subhead, Date, Etc.</a:t>
            </a:r>
            <a:endParaRPr lang="en-US" dirty="0"/>
          </a:p>
        </p:txBody>
      </p:sp>
      <p:pic>
        <p:nvPicPr>
          <p:cNvPr id="11" name="Picture 10" descr="StackedISWhite.png"/>
          <p:cNvPicPr>
            <a:picLocks noChangeAspect="1"/>
          </p:cNvPicPr>
          <p:nvPr/>
        </p:nvPicPr>
        <p:blipFill>
          <a:blip r:embed="rId3"/>
          <a:stretch>
            <a:fillRect/>
          </a:stretch>
        </p:blipFill>
        <p:spPr>
          <a:xfrm>
            <a:off x="462619" y="399798"/>
            <a:ext cx="1230751" cy="1157248"/>
          </a:xfrm>
          <a:prstGeom prst="rect">
            <a:avLst/>
          </a:prstGeom>
        </p:spPr>
      </p:pic>
    </p:spTree>
    <p:extLst/>
  </p:cSld>
  <p:clrMapOvr>
    <a:masterClrMapping/>
  </p:clrMapOvr>
  <p:timing>
    <p:tnLst>
      <p:par>
        <p:cTn id="1" dur="indefinite" restart="never" nodeType="tmRoot"/>
      </p:par>
    </p:tnLst>
  </p:timing>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Title Slide with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10" name="Picture Placeholder 8"/>
          <p:cNvSpPr>
            <a:spLocks noGrp="1"/>
          </p:cNvSpPr>
          <p:nvPr>
            <p:ph type="pic" sz="quarter" idx="13" hasCustomPrompt="1"/>
          </p:nvPr>
        </p:nvSpPr>
        <p:spPr>
          <a:xfrm>
            <a:off x="0" y="0"/>
            <a:ext cx="9144000" cy="4768850"/>
          </a:xfrm>
          <a:solidFill>
            <a:schemeClr val="bg2">
              <a:lumMod val="60000"/>
              <a:lumOff val="40000"/>
            </a:schemeClr>
          </a:solidFill>
        </p:spPr>
        <p:txBody>
          <a:bodyPr/>
          <a:lstStyle>
            <a:lvl1pPr marL="0" marR="0" indent="0" algn="l" defTabSz="457200" rtl="0" eaLnBrk="1" fontAlgn="auto" latinLnBrk="0" hangingPunct="1">
              <a:lnSpc>
                <a:spcPct val="100000"/>
              </a:lnSpc>
              <a:spcBef>
                <a:spcPts val="12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endParaRPr lang="en-US" dirty="0"/>
          </a:p>
        </p:txBody>
      </p:sp>
      <p:sp>
        <p:nvSpPr>
          <p:cNvPr id="13" name="Title 1"/>
          <p:cNvSpPr>
            <a:spLocks noGrp="1"/>
          </p:cNvSpPr>
          <p:nvPr>
            <p:ph type="ctrTitle" hasCustomPrompt="1"/>
          </p:nvPr>
        </p:nvSpPr>
        <p:spPr>
          <a:xfrm>
            <a:off x="444687" y="2479422"/>
            <a:ext cx="8212886" cy="1102519"/>
          </a:xfrm>
        </p:spPr>
        <p:txBody>
          <a:bodyPr lIns="0" rIns="0" anchor="b" anchorCtr="0">
            <a:noAutofit/>
          </a:bodyPr>
          <a:lstStyle>
            <a:lvl1pPr>
              <a:lnSpc>
                <a:spcPct val="80000"/>
              </a:lnSpc>
              <a:defRPr sz="6500" b="0"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65pt Intel Clear pro Title</a:t>
            </a:r>
            <a:br>
              <a:rPr lang="en-US" dirty="0" smtClean="0"/>
            </a:br>
            <a:r>
              <a:rPr lang="en-US" dirty="0" smtClean="0"/>
              <a:t>with image</a:t>
            </a:r>
            <a:endParaRPr lang="en-US" dirty="0"/>
          </a:p>
        </p:txBody>
      </p:sp>
      <p:sp>
        <p:nvSpPr>
          <p:cNvPr id="14" name="Subtitle 2"/>
          <p:cNvSpPr>
            <a:spLocks noGrp="1"/>
          </p:cNvSpPr>
          <p:nvPr>
            <p:ph type="subTitle" idx="1" hasCustomPrompt="1"/>
          </p:nvPr>
        </p:nvSpPr>
        <p:spPr>
          <a:xfrm>
            <a:off x="455613" y="3493008"/>
            <a:ext cx="6330212" cy="925360"/>
          </a:xfrm>
        </p:spPr>
        <p:txBody>
          <a:bodyPr lIns="0" rIns="0">
            <a:noAutofit/>
          </a:bodyPr>
          <a:lstStyle>
            <a:lvl1pPr marL="0" indent="0" algn="l">
              <a:buNone/>
              <a:defRPr sz="1600" b="0" i="0" baseline="0">
                <a:solidFill>
                  <a:srgbClr val="F3D54E"/>
                </a:solidFill>
                <a:latin typeface="Intel Clear"/>
                <a:cs typeface="Intel Clear"/>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16pt Intel Clear Subhead, Date, Etc.</a:t>
            </a:r>
            <a:endParaRPr lang="en-US" dirty="0"/>
          </a:p>
        </p:txBody>
      </p:sp>
      <p:pic>
        <p:nvPicPr>
          <p:cNvPr id="7" name="Picture 2"/>
          <p:cNvPicPr>
            <a:picLocks noChangeAspect="1" noChangeArrowheads="1"/>
          </p:cNvPicPr>
          <p:nvPr/>
        </p:nvPicPr>
        <p:blipFill>
          <a:blip r:embed="rId2" cstate="print">
            <a:extLst>
              <a:ext uri="{28A0092B-C50C-407E-A947-70E740481C1C}">
                <a14:useLocalDpi xmlns:a14="http://schemas.microsoft.com/office/drawing/2010/main"/>
              </a:ext>
            </a:extLst>
          </a:blip>
          <a:stretch>
            <a:fillRect/>
          </a:stretch>
        </p:blipFill>
        <p:spPr bwMode="auto">
          <a:xfrm>
            <a:off x="219394" y="225843"/>
            <a:ext cx="1406758" cy="1153858"/>
          </a:xfrm>
          <a:prstGeom prst="rect">
            <a:avLst/>
          </a:prstGeom>
          <a:noFill/>
          <a:extLst>
            <a:ext uri="{909E8E84-426E-40dd-AFC4-6F175D3DCCD1}">
              <a14:hiddenFill xmlns:a14="http://schemas.microsoft.com/office/drawing/2010/main" xmlns="">
                <a:solidFill>
                  <a:srgbClr val="FFFFFF"/>
                </a:solidFill>
              </a14:hiddenFill>
            </a:ext>
          </a:extLst>
        </p:spPr>
      </p:pic>
      <p:sp>
        <p:nvSpPr>
          <p:cNvPr id="30" name="Rectangle 29"/>
          <p:cNvSpPr/>
          <p:nvPr/>
        </p:nvSpPr>
        <p:spPr>
          <a:xfrm>
            <a:off x="0" y="4766102"/>
            <a:ext cx="9144000" cy="384048"/>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2"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a:p>
        </p:txBody>
      </p:sp>
      <p:sp>
        <p:nvSpPr>
          <p:cNvPr id="33" name="Slide Number Placeholder 5"/>
          <p:cNvSpPr>
            <a:spLocks noGrp="1"/>
          </p:cNvSpPr>
          <p:nvPr>
            <p:ph type="sldNum" sz="quarter" idx="4"/>
          </p:nvPr>
        </p:nvSpPr>
        <p:spPr>
          <a:xfrm>
            <a:off x="8743950" y="4813471"/>
            <a:ext cx="262001" cy="247085"/>
          </a:xfrm>
          <a:prstGeom prst="rect">
            <a:avLst/>
          </a:prstGeom>
        </p:spPr>
        <p:txBody>
          <a:bodyPr vert="horz" lIns="0" tIns="0" rIns="0" bIns="0" rtlCol="0" anchor="ctr"/>
          <a:lstStyle>
            <a:lvl1pPr algn="r">
              <a:defRPr sz="800">
                <a:solidFill>
                  <a:schemeClr val="bg1"/>
                </a:solidFill>
                <a:latin typeface="+mn-lt"/>
                <a:cs typeface="Intel Clear Light" panose="020B0404020203020204" pitchFamily="34" charset="0"/>
              </a:defRPr>
            </a:lvl1pPr>
          </a:lstStyle>
          <a:p>
            <a:fld id="{BDF01D69-A501-704B-80CB-1B3152437FD0}" type="slidenum">
              <a:rPr lang="en-US" smtClean="0"/>
              <a:t>‹#›</a:t>
            </a:fld>
            <a:endParaRPr lang="en-US"/>
          </a:p>
        </p:txBody>
      </p:sp>
      <p:pic>
        <p:nvPicPr>
          <p:cNvPr id="58" name="Picture 57" descr="StackedISWhite.png"/>
          <p:cNvPicPr>
            <a:picLocks noChangeAspect="1"/>
          </p:cNvPicPr>
          <p:nvPr/>
        </p:nvPicPr>
        <p:blipFill>
          <a:blip r:embed="rId3"/>
          <a:stretch>
            <a:fillRect/>
          </a:stretch>
        </p:blipFill>
        <p:spPr>
          <a:xfrm>
            <a:off x="8294375" y="4805888"/>
            <a:ext cx="314741" cy="295944"/>
          </a:xfrm>
          <a:prstGeom prst="rect">
            <a:avLst/>
          </a:prstGeom>
        </p:spPr>
      </p:pic>
      <p:cxnSp>
        <p:nvCxnSpPr>
          <p:cNvPr id="74" name="Straight Connector 73"/>
          <p:cNvCxnSpPr/>
          <p:nvPr/>
        </p:nvCxnSpPr>
        <p:spPr>
          <a:xfrm rot="5400000">
            <a:off x="8588375" y="4956176"/>
            <a:ext cx="285753" cy="1"/>
          </a:xfrm>
          <a:prstGeom prst="line">
            <a:avLst/>
          </a:prstGeom>
          <a:ln w="952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cSld>
  <p:clrMapOvr>
    <a:masterClrMapping/>
  </p:clrMapOvr>
  <p:timing>
    <p:tnLst>
      <p:par>
        <p:cTn id="1" dur="indefinite" restart="never" nodeType="tmRoot"/>
      </p:par>
    </p:tnLst>
  </p:timing>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and Bulleted Text">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
        <p:nvSpPr>
          <p:cNvPr id="7"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9" name="Content Placeholder 8"/>
          <p:cNvSpPr>
            <a:spLocks noGrp="1"/>
          </p:cNvSpPr>
          <p:nvPr>
            <p:ph sz="quarter" idx="13" hasCustomPrompt="1"/>
          </p:nvPr>
        </p:nvSpPr>
        <p:spPr>
          <a:xfrm>
            <a:off x="455613" y="1203325"/>
            <a:ext cx="8228012" cy="3425825"/>
          </a:xfrm>
        </p:spPr>
        <p:txBody>
          <a:bodyPr/>
          <a:lstStyle>
            <a:lvl1pPr>
              <a:defRPr>
                <a:solidFill>
                  <a:srgbClr val="0071C5"/>
                </a:solidFill>
              </a:defRPr>
            </a:lvl1pPr>
            <a:lvl2pPr>
              <a:defRPr sz="1800"/>
            </a:lvl2pPr>
            <a:lvl3pPr>
              <a:defRPr sz="1800"/>
            </a:lvl3pPr>
            <a:lvl4pPr>
              <a:defRPr sz="1600"/>
            </a:lvl4pPr>
          </a:lstStyle>
          <a:p>
            <a:pPr lvl="0"/>
            <a:r>
              <a:rPr lang="en-US" dirty="0" smtClean="0"/>
              <a:t>18pt Intel Clear body text</a:t>
            </a:r>
          </a:p>
          <a:p>
            <a:pPr lvl="1"/>
            <a:r>
              <a:rPr lang="en-US" dirty="0" smtClean="0"/>
              <a:t>18pt Intel Clear bullet one</a:t>
            </a:r>
          </a:p>
          <a:p>
            <a:pPr lvl="2"/>
            <a:r>
              <a:rPr lang="en-US" dirty="0" smtClean="0"/>
              <a:t>18pt Intel Clear sub-bullet</a:t>
            </a:r>
          </a:p>
          <a:p>
            <a:pPr lvl="3"/>
            <a:r>
              <a:rPr lang="en-US" dirty="0" smtClean="0"/>
              <a:t>16pt Intel Clear fourth level</a:t>
            </a:r>
          </a:p>
          <a:p>
            <a:pPr lvl="4"/>
            <a:r>
              <a:rPr lang="en-US" dirty="0" err="1" smtClean="0"/>
              <a:t>14pt</a:t>
            </a:r>
            <a:r>
              <a:rPr lang="en-US" dirty="0" smtClean="0"/>
              <a:t> Intel Clear fifth level</a:t>
            </a:r>
            <a:endParaRPr lang="en-US" dirty="0"/>
          </a:p>
        </p:txBody>
      </p:sp>
    </p:spTree>
    <p:extLst/>
  </p:cSld>
  <p:clrMapOvr>
    <a:masterClrMapping/>
  </p:clrMapOvr>
  <p:timing>
    <p:tnLst>
      <p:par>
        <p:cTn id="1" dur="indefinite" restart="never" nodeType="tmRoot"/>
      </p:par>
    </p:tnLst>
  </p:timing>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wo Content with Image">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F01D69-A501-704B-80CB-1B3152437FD0}" type="slidenum">
              <a:rPr lang="en-US" smtClean="0"/>
              <a:t>‹#›</a:t>
            </a:fld>
            <a:endParaRPr lang="en-US"/>
          </a:p>
        </p:txBody>
      </p:sp>
      <p:sp>
        <p:nvSpPr>
          <p:cNvPr id="15" name="Content Placeholder 2"/>
          <p:cNvSpPr>
            <a:spLocks noGrp="1"/>
          </p:cNvSpPr>
          <p:nvPr>
            <p:ph sz="half" idx="1" hasCustomPrompt="1"/>
          </p:nvPr>
        </p:nvSpPr>
        <p:spPr>
          <a:xfrm>
            <a:off x="455613" y="1203324"/>
            <a:ext cx="4006851"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8"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9" name="Picture Placeholder 8"/>
          <p:cNvSpPr>
            <a:spLocks noGrp="1"/>
          </p:cNvSpPr>
          <p:nvPr>
            <p:ph type="pic" sz="quarter" idx="13"/>
          </p:nvPr>
        </p:nvSpPr>
        <p:spPr>
          <a:xfrm>
            <a:off x="4830763" y="943430"/>
            <a:ext cx="3181123" cy="1670950"/>
          </a:xfrm>
          <a:solidFill>
            <a:schemeClr val="bg2">
              <a:lumMod val="60000"/>
              <a:lumOff val="40000"/>
            </a:schemeClr>
          </a:solidFill>
        </p:spPr>
        <p:txBody>
          <a:bodyPr/>
          <a:lstStyle>
            <a:lvl1pPr>
              <a:defRPr sz="1800">
                <a:latin typeface="Intel Clear"/>
              </a:defRPr>
            </a:lvl1pPr>
          </a:lstStyle>
          <a:p>
            <a:r>
              <a:rPr lang="en-US" sz="1100" smtClean="0">
                <a:latin typeface="Arial"/>
              </a:rPr>
              <a:t>Drag picture to placeholder or click icon to add</a:t>
            </a:r>
            <a:endParaRPr lang="en-US" sz="1100" dirty="0">
              <a:latin typeface="Arial"/>
            </a:endParaRPr>
          </a:p>
        </p:txBody>
      </p:sp>
      <p:sp>
        <p:nvSpPr>
          <p:cNvPr id="10" name="Picture Placeholder 8"/>
          <p:cNvSpPr>
            <a:spLocks noGrp="1"/>
          </p:cNvSpPr>
          <p:nvPr>
            <p:ph type="pic" sz="quarter" idx="14"/>
          </p:nvPr>
        </p:nvSpPr>
        <p:spPr>
          <a:xfrm>
            <a:off x="4830763" y="2843897"/>
            <a:ext cx="3181123" cy="1670950"/>
          </a:xfrm>
          <a:solidFill>
            <a:schemeClr val="bg2">
              <a:lumMod val="60000"/>
              <a:lumOff val="40000"/>
            </a:schemeClr>
          </a:solidFill>
        </p:spPr>
        <p:txBody>
          <a:bodyPr/>
          <a:lstStyle>
            <a:lvl1pPr>
              <a:defRPr sz="1800">
                <a:latin typeface="Intel Clear"/>
              </a:defRPr>
            </a:lvl1pPr>
          </a:lstStyle>
          <a:p>
            <a:r>
              <a:rPr lang="en-US" sz="1100" smtClean="0">
                <a:latin typeface="Arial"/>
              </a:rPr>
              <a:t>Drag picture to placeholder or click icon to add</a:t>
            </a:r>
            <a:endParaRPr lang="en-US" sz="1100" dirty="0">
              <a:latin typeface="Arial"/>
            </a:endParaRPr>
          </a:p>
        </p:txBody>
      </p:sp>
    </p:spTree>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F01D69-A501-704B-80CB-1B3152437FD0}" type="slidenum">
              <a:rPr lang="en-US" smtClean="0"/>
              <a:t>‹#›</a:t>
            </a:fld>
            <a:endParaRPr lang="en-US"/>
          </a:p>
        </p:txBody>
      </p:sp>
      <p:sp>
        <p:nvSpPr>
          <p:cNvPr id="15" name="Content Placeholder 2"/>
          <p:cNvSpPr>
            <a:spLocks noGrp="1"/>
          </p:cNvSpPr>
          <p:nvPr>
            <p:ph sz="half" idx="1" hasCustomPrompt="1"/>
          </p:nvPr>
        </p:nvSpPr>
        <p:spPr>
          <a:xfrm>
            <a:off x="455613" y="1203324"/>
            <a:ext cx="4006851"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16" name="Content Placeholder 2"/>
          <p:cNvSpPr>
            <a:spLocks noGrp="1"/>
          </p:cNvSpPr>
          <p:nvPr>
            <p:ph sz="half" idx="13" hasCustomPrompt="1"/>
          </p:nvPr>
        </p:nvSpPr>
        <p:spPr>
          <a:xfrm>
            <a:off x="4678363" y="1203324"/>
            <a:ext cx="4005264"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8"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Tree>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Quote with Attribut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55613" y="1203325"/>
            <a:ext cx="8228013" cy="3425825"/>
          </a:xfrm>
        </p:spPr>
        <p:txBody>
          <a:bodyPr anchor="ctr" anchorCtr="0"/>
          <a:lstStyle>
            <a:lvl1pPr marL="190500" indent="-190500">
              <a:defRPr sz="3600" b="1" baseline="0">
                <a:solidFill>
                  <a:schemeClr val="accent2"/>
                </a:solidFill>
                <a:latin typeface="+mn-lt"/>
                <a:cs typeface="Intel Clear Light" panose="020B0404020203020204" pitchFamily="34" charset="0"/>
              </a:defRPr>
            </a:lvl1pPr>
            <a:lvl2pPr marL="417513" indent="-225425">
              <a:buFont typeface="Lucida Grande"/>
              <a:buChar char="−"/>
              <a:defRPr sz="1200" baseline="0">
                <a:latin typeface="+mn-lt"/>
                <a:cs typeface="Intel Clear" panose="020B0604020203020204" pitchFamily="34" charset="0"/>
              </a:defRPr>
            </a:lvl2pPr>
            <a:lvl3pPr marL="685800" indent="-228600">
              <a:defRPr sz="1200">
                <a:latin typeface="+mn-lt"/>
              </a:defRPr>
            </a:lvl3pPr>
            <a:lvl4pPr>
              <a:defRPr sz="1100">
                <a:latin typeface="+mn-lt"/>
              </a:defRPr>
            </a:lvl4pPr>
            <a:lvl5pPr>
              <a:defRPr sz="1050">
                <a:latin typeface="+mn-lt"/>
              </a:defRPr>
            </a:lvl5pPr>
          </a:lstStyle>
          <a:p>
            <a:pPr lvl="0"/>
            <a:r>
              <a:rPr lang="en-US" dirty="0" smtClean="0"/>
              <a:t>“36pt Intel Clear Bold Text”</a:t>
            </a:r>
          </a:p>
          <a:p>
            <a:pPr lvl="1"/>
            <a:r>
              <a:rPr lang="en-US" dirty="0" err="1" smtClean="0"/>
              <a:t>12pt</a:t>
            </a:r>
            <a:r>
              <a:rPr lang="en-US" dirty="0" smtClean="0"/>
              <a:t> Attribution</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
        <p:nvSpPr>
          <p:cNvPr id="7"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Tree>
    <p:extLst/>
  </p:cSld>
  <p:clrMapOvr>
    <a:masterClrMapping/>
  </p:clrMapOvr>
  <p:timing>
    <p:tnLst>
      <p:par>
        <p:cTn id="1" dur="indefinite" restart="never" nodeType="tmRoot"/>
      </p:par>
    </p:tnLst>
  </p:timing>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Full Bleed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0"/>
            <a:ext cx="9144000" cy="4762834"/>
          </a:xfrm>
          <a:solidFill>
            <a:schemeClr val="bg2">
              <a:lumMod val="60000"/>
              <a:lumOff val="40000"/>
            </a:schemeClr>
          </a:solidFill>
        </p:spPr>
        <p:txBody>
          <a:bodyPr/>
          <a:lstStyle>
            <a:lvl1pPr marL="0" marR="0" indent="0" algn="l" defTabSz="457200" rtl="0" eaLnBrk="1" fontAlgn="auto" latinLnBrk="0" hangingPunct="1">
              <a:lnSpc>
                <a:spcPct val="100000"/>
              </a:lnSpc>
              <a:spcBef>
                <a:spcPts val="12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endParaRPr lang="en-US" dirty="0"/>
          </a:p>
        </p:txBody>
      </p:sp>
      <p:sp>
        <p:nvSpPr>
          <p:cNvPr id="6" name="Slide Number Placeholder 5"/>
          <p:cNvSpPr>
            <a:spLocks noGrp="1"/>
          </p:cNvSpPr>
          <p:nvPr>
            <p:ph type="sldNum" sz="quarter" idx="12"/>
          </p:nvPr>
        </p:nvSpPr>
        <p:spPr>
          <a:xfrm>
            <a:off x="8717718" y="4795523"/>
            <a:ext cx="288234" cy="273844"/>
          </a:xfrm>
        </p:spPr>
        <p:txBody>
          <a:bodyPr/>
          <a:lstStyle/>
          <a:p>
            <a:fld id="{BDF01D69-A501-704B-80CB-1B3152437FD0}" type="slidenum">
              <a:rPr lang="en-US" smtClean="0"/>
              <a:t>‹#›</a:t>
            </a:fld>
            <a:endParaRPr lang="en-US"/>
          </a:p>
        </p:txBody>
      </p:sp>
      <p:sp>
        <p:nvSpPr>
          <p:cNvPr id="7"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8"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ext and Bottom Half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2574131"/>
            <a:ext cx="9144000" cy="2188703"/>
          </a:xfrm>
          <a:solidFill>
            <a:schemeClr val="bg2">
              <a:lumMod val="60000"/>
              <a:lumOff val="40000"/>
            </a:schemeClr>
          </a:solidFill>
        </p:spPr>
        <p:txBody>
          <a:bodyPr/>
          <a:lstStyle>
            <a:lvl1pPr marL="0" marR="0" indent="0" algn="l" defTabSz="457200" rtl="0" eaLnBrk="1" fontAlgn="auto" latinLnBrk="0" hangingPunct="1">
              <a:lnSpc>
                <a:spcPct val="100000"/>
              </a:lnSpc>
              <a:spcBef>
                <a:spcPts val="12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p>
        </p:txBody>
      </p:sp>
      <p:sp>
        <p:nvSpPr>
          <p:cNvPr id="6" name="Slide Number Placeholder 5"/>
          <p:cNvSpPr>
            <a:spLocks noGrp="1"/>
          </p:cNvSpPr>
          <p:nvPr>
            <p:ph type="sldNum" sz="quarter" idx="12"/>
          </p:nvPr>
        </p:nvSpPr>
        <p:spPr>
          <a:xfrm>
            <a:off x="8717718" y="4795523"/>
            <a:ext cx="288234" cy="273844"/>
          </a:xfrm>
        </p:spPr>
        <p:txBody>
          <a:bodyPr/>
          <a:lstStyle/>
          <a:p>
            <a:fld id="{BDF01D69-A501-704B-80CB-1B3152437FD0}" type="slidenum">
              <a:rPr lang="en-US" smtClean="0"/>
              <a:t>‹#›</a:t>
            </a:fld>
            <a:endParaRPr lang="en-US"/>
          </a:p>
        </p:txBody>
      </p:sp>
      <p:sp>
        <p:nvSpPr>
          <p:cNvPr id="18" name="Content Placeholder 2"/>
          <p:cNvSpPr>
            <a:spLocks noGrp="1"/>
          </p:cNvSpPr>
          <p:nvPr>
            <p:ph sz="half" idx="1" hasCustomPrompt="1"/>
          </p:nvPr>
        </p:nvSpPr>
        <p:spPr>
          <a:xfrm>
            <a:off x="455613" y="1203325"/>
            <a:ext cx="4006851" cy="1309290"/>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19" name="Content Placeholder 2"/>
          <p:cNvSpPr>
            <a:spLocks noGrp="1"/>
          </p:cNvSpPr>
          <p:nvPr>
            <p:ph sz="half" idx="15" hasCustomPrompt="1"/>
          </p:nvPr>
        </p:nvSpPr>
        <p:spPr>
          <a:xfrm>
            <a:off x="4678363" y="1203325"/>
            <a:ext cx="4005264" cy="1309290"/>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3" name="TextBox 2"/>
          <p:cNvSpPr txBox="1"/>
          <p:nvPr/>
        </p:nvSpPr>
        <p:spPr>
          <a:xfrm>
            <a:off x="1009487" y="4975795"/>
            <a:ext cx="184666" cy="246221"/>
          </a:xfrm>
          <a:prstGeom prst="rect">
            <a:avLst/>
          </a:prstGeom>
          <a:noFill/>
        </p:spPr>
        <p:txBody>
          <a:bodyPr wrap="none" rtlCol="0">
            <a:spAutoFit/>
          </a:bodyPr>
          <a:lstStyle/>
          <a:p>
            <a:endParaRPr lang="en-US" sz="1000" dirty="0" smtClean="0">
              <a:solidFill>
                <a:schemeClr val="tx2"/>
              </a:solidFill>
              <a:cs typeface="Neo Sans Intel"/>
            </a:endParaRPr>
          </a:p>
        </p:txBody>
      </p:sp>
      <p:sp>
        <p:nvSpPr>
          <p:cNvPr id="10"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11"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ext and Right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4678363" y="2"/>
            <a:ext cx="4465637" cy="4755616"/>
          </a:xfrm>
          <a:solidFill>
            <a:schemeClr val="bg2">
              <a:lumMod val="60000"/>
              <a:lumOff val="40000"/>
            </a:schemeClr>
          </a:solidFill>
        </p:spPr>
        <p:txBody>
          <a:bodyPr/>
          <a:lstStyle>
            <a:lvl1pPr>
              <a:defRPr baseline="0"/>
            </a:lvl1pPr>
          </a:lstStyle>
          <a:p>
            <a:r>
              <a:rPr lang="en-US" dirty="0" smtClean="0"/>
              <a:t>Insert photo here. Drag picture to placeholder or click icon to add.</a:t>
            </a:r>
            <a:endParaRPr lang="en-US" dirty="0"/>
          </a:p>
        </p:txBody>
      </p:sp>
      <p:sp>
        <p:nvSpPr>
          <p:cNvPr id="2" name="Title 1"/>
          <p:cNvSpPr>
            <a:spLocks noGrp="1"/>
          </p:cNvSpPr>
          <p:nvPr>
            <p:ph type="title" hasCustomPrompt="1"/>
          </p:nvPr>
        </p:nvSpPr>
        <p:spPr>
          <a:xfrm>
            <a:off x="455613" y="308848"/>
            <a:ext cx="4006850" cy="868680"/>
          </a:xfrm>
        </p:spPr>
        <p:txBody>
          <a:bodyPr>
            <a:noAutofit/>
          </a:bodyPr>
          <a:lstStyle>
            <a:lvl1pPr>
              <a:defRPr sz="2800" b="0" i="0" baseline="0">
                <a:latin typeface="Intel Clear"/>
                <a:cs typeface="Intel Clear"/>
              </a:defRPr>
            </a:lvl1pPr>
          </a:lstStyle>
          <a:p>
            <a:r>
              <a:rPr lang="en-US" dirty="0" smtClean="0"/>
              <a:t>28pt Intel Clear Headline</a:t>
            </a:r>
            <a:endParaRPr lang="en-US" dirty="0"/>
          </a:p>
        </p:txBody>
      </p:sp>
      <p:sp>
        <p:nvSpPr>
          <p:cNvPr id="6" name="Slide Number Placeholder 5"/>
          <p:cNvSpPr>
            <a:spLocks noGrp="1"/>
          </p:cNvSpPr>
          <p:nvPr>
            <p:ph type="sldNum" sz="quarter" idx="12"/>
          </p:nvPr>
        </p:nvSpPr>
        <p:spPr>
          <a:xfrm>
            <a:off x="8725556" y="4795523"/>
            <a:ext cx="280395" cy="273844"/>
          </a:xfrm>
        </p:spPr>
        <p:txBody>
          <a:bodyPr/>
          <a:lstStyle/>
          <a:p>
            <a:fld id="{BDF01D69-A501-704B-80CB-1B3152437FD0}" type="slidenum">
              <a:rPr lang="en-US" smtClean="0"/>
              <a:t>‹#›</a:t>
            </a:fld>
            <a:endParaRPr lang="en-US"/>
          </a:p>
        </p:txBody>
      </p:sp>
      <p:sp>
        <p:nvSpPr>
          <p:cNvPr id="17" name="Content Placeholder 2"/>
          <p:cNvSpPr>
            <a:spLocks noGrp="1"/>
          </p:cNvSpPr>
          <p:nvPr>
            <p:ph sz="half" idx="1" hasCustomPrompt="1"/>
          </p:nvPr>
        </p:nvSpPr>
        <p:spPr>
          <a:xfrm>
            <a:off x="455614" y="1325244"/>
            <a:ext cx="4006850"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7"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White Section Brea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613" y="2108062"/>
            <a:ext cx="7772400" cy="1021556"/>
          </a:xfrm>
        </p:spPr>
        <p:txBody>
          <a:bodyPr anchor="b" anchorCtr="0">
            <a:noAutofit/>
          </a:bodyPr>
          <a:lstStyle>
            <a:lvl1pPr algn="l">
              <a:lnSpc>
                <a:spcPct val="80000"/>
              </a:lnSpc>
              <a:defRPr sz="5400" b="0" cap="none" spc="0" baseline="0">
                <a:solidFill>
                  <a:srgbClr val="003C71"/>
                </a:solidFill>
                <a:latin typeface="Intel Clear Pro" panose="020B0804020202060201" pitchFamily="34" charset="0"/>
                <a:cs typeface="Intel Clear Pro" panose="020B0804020202060201" pitchFamily="34" charset="0"/>
              </a:defRPr>
            </a:lvl1pPr>
          </a:lstStyle>
          <a:p>
            <a:r>
              <a:rPr lang="en-US" dirty="0" smtClean="0"/>
              <a:t>54pt Intel Clear Pro</a:t>
            </a:r>
            <a:br>
              <a:rPr lang="en-US" dirty="0" smtClean="0"/>
            </a:br>
            <a:r>
              <a:rPr lang="en-US" dirty="0" smtClean="0"/>
              <a:t>white section break</a:t>
            </a:r>
            <a:endParaRPr lang="en-US" dirty="0"/>
          </a:p>
        </p:txBody>
      </p:sp>
      <p:sp>
        <p:nvSpPr>
          <p:cNvPr id="3" name="Text Placeholder 2"/>
          <p:cNvSpPr>
            <a:spLocks noGrp="1"/>
          </p:cNvSpPr>
          <p:nvPr>
            <p:ph type="body" idx="1" hasCustomPrompt="1"/>
          </p:nvPr>
        </p:nvSpPr>
        <p:spPr>
          <a:xfrm>
            <a:off x="455613" y="3241150"/>
            <a:ext cx="7772400" cy="1125140"/>
          </a:xfrm>
        </p:spPr>
        <p:txBody>
          <a:bodyPr anchor="t" anchorCtr="0">
            <a:noAutofit/>
          </a:bodyPr>
          <a:lstStyle>
            <a:lvl1pPr marL="0" indent="0">
              <a:buNone/>
              <a:defRPr sz="1600" b="0" baseline="0">
                <a:solidFill>
                  <a:schemeClr val="accent2"/>
                </a:solidFill>
                <a:latin typeface="+mn-lt"/>
                <a:cs typeface="Intel Clear" panose="020B0604020203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16pt Intel Clear Subhead</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BDF01D69-A501-704B-80CB-1B3152437FD0}" type="slidenum">
              <a:rPr lang="en-US" smtClean="0"/>
              <a:t>‹#›</a:t>
            </a:fld>
            <a:endParaRPr lang="en-US"/>
          </a:p>
        </p:txBody>
      </p:sp>
      <p:sp>
        <p:nvSpPr>
          <p:cNvPr id="5"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secHead" preserve="1">
  <p:cSld name="Blue Section Break">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613" y="2108062"/>
            <a:ext cx="7772400" cy="1021556"/>
          </a:xfrm>
        </p:spPr>
        <p:txBody>
          <a:bodyPr anchor="b" anchorCtr="0">
            <a:noAutofit/>
          </a:bodyPr>
          <a:lstStyle>
            <a:lvl1pPr algn="l">
              <a:lnSpc>
                <a:spcPct val="80000"/>
              </a:lnSpc>
              <a:defRPr sz="5400"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54pt Intel Clear Pro</a:t>
            </a:r>
            <a:br>
              <a:rPr lang="en-US" dirty="0" smtClean="0"/>
            </a:br>
            <a:r>
              <a:rPr lang="en-US" dirty="0" smtClean="0"/>
              <a:t>blue section break</a:t>
            </a:r>
            <a:endParaRPr lang="en-US" dirty="0"/>
          </a:p>
        </p:txBody>
      </p:sp>
      <p:sp>
        <p:nvSpPr>
          <p:cNvPr id="3" name="Text Placeholder 2"/>
          <p:cNvSpPr>
            <a:spLocks noGrp="1"/>
          </p:cNvSpPr>
          <p:nvPr>
            <p:ph type="body" idx="1" hasCustomPrompt="1"/>
          </p:nvPr>
        </p:nvSpPr>
        <p:spPr>
          <a:xfrm>
            <a:off x="455613" y="3241150"/>
            <a:ext cx="7772400" cy="1125140"/>
          </a:xfrm>
        </p:spPr>
        <p:txBody>
          <a:bodyPr anchor="t" anchorCtr="0">
            <a:noAutofit/>
          </a:bodyPr>
          <a:lstStyle>
            <a:lvl1pPr marL="0" indent="0">
              <a:buNone/>
              <a:defRPr sz="1600" b="0" i="0" baseline="0">
                <a:solidFill>
                  <a:srgbClr val="F3D54E"/>
                </a:solidFill>
                <a:latin typeface="Intel Clear"/>
                <a:cs typeface="Intel Clear"/>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16pt Intel Clear Subhead</a:t>
            </a:r>
            <a:endParaRPr lang="en-US" dirty="0"/>
          </a:p>
        </p:txBody>
      </p:sp>
    </p:spTree>
    <p:extLst/>
  </p:cSld>
  <p:clrMapOvr>
    <a:masterClrMapping/>
  </p:clrMapOvr>
  <p:timing>
    <p:tnLst>
      <p:par>
        <p:cTn id="1" dur="indefinite" restart="never" nodeType="tmRoot"/>
      </p:par>
    </p:tnLst>
  </p:timing>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Hero Tex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55613" y="2234882"/>
            <a:ext cx="7772400" cy="1125140"/>
          </a:xfrm>
        </p:spPr>
        <p:txBody>
          <a:bodyPr anchor="t" anchorCtr="0">
            <a:noAutofit/>
          </a:bodyPr>
          <a:lstStyle>
            <a:lvl1pPr marL="0" indent="0">
              <a:buNone/>
              <a:defRPr sz="4000" b="0" baseline="0">
                <a:solidFill>
                  <a:schemeClr val="accent2"/>
                </a:solidFill>
                <a:latin typeface="Intel Clear Light" panose="020B0404020203020204" pitchFamily="34" charset="0"/>
                <a:ea typeface="Intel Clear Light" panose="020B0404020203020204" pitchFamily="34" charset="0"/>
                <a:cs typeface="Intel Clear Light" panose="020B0404020203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40pt Intel Clear Light Body.</a:t>
            </a:r>
            <a:br>
              <a:rPr lang="en-US" dirty="0" smtClean="0"/>
            </a:br>
            <a:r>
              <a:rPr lang="en-US" dirty="0" smtClean="0"/>
              <a:t>For content that is not a section, but has a big idea in text only.</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BDF01D69-A501-704B-80CB-1B3152437FD0}" type="slidenum">
              <a:rPr lang="en-US" smtClean="0"/>
              <a:t>‹#›</a:t>
            </a:fld>
            <a:endParaRPr lang="en-US"/>
          </a:p>
        </p:txBody>
      </p:sp>
      <p:sp>
        <p:nvSpPr>
          <p:cNvPr id="7" name="Title 1"/>
          <p:cNvSpPr>
            <a:spLocks noGrp="1"/>
          </p:cNvSpPr>
          <p:nvPr>
            <p:ph type="title" hasCustomPrompt="1"/>
          </p:nvPr>
        </p:nvSpPr>
        <p:spPr>
          <a:xfrm>
            <a:off x="455613" y="1101794"/>
            <a:ext cx="7772400" cy="1021556"/>
          </a:xfrm>
        </p:spPr>
        <p:txBody>
          <a:bodyPr anchor="b" anchorCtr="0">
            <a:noAutofit/>
          </a:bodyPr>
          <a:lstStyle>
            <a:lvl1pPr algn="l">
              <a:lnSpc>
                <a:spcPct val="80000"/>
              </a:lnSpc>
              <a:defRPr sz="4000" b="0" cap="none" spc="0" baseline="0">
                <a:solidFill>
                  <a:srgbClr val="003C7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smtClean="0"/>
              <a:t>40pt Intel Clear Heading</a:t>
            </a:r>
            <a:endParaRPr lang="en-US" dirty="0"/>
          </a:p>
        </p:txBody>
      </p:sp>
      <p:sp>
        <p:nvSpPr>
          <p:cNvPr id="5"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a:p>
        </p:txBody>
      </p:sp>
    </p:spTree>
    <p:extLst/>
  </p:cSld>
  <p:clrMapOvr>
    <a:masterClrMapping/>
  </p:clrMapOvr>
  <p:timing>
    <p:tnLst>
      <p:par>
        <p:cTn id="1" dur="indefinite" restart="never" nodeType="tmRoot"/>
      </p:par>
    </p:tnLst>
  </p:timing>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Blue Section Break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613" y="2260088"/>
            <a:ext cx="7772400" cy="1021556"/>
          </a:xfrm>
        </p:spPr>
        <p:txBody>
          <a:bodyPr anchor="b" anchorCtr="0">
            <a:noAutofit/>
          </a:bodyPr>
          <a:lstStyle>
            <a:lvl1pPr algn="l">
              <a:lnSpc>
                <a:spcPct val="80000"/>
              </a:lnSpc>
              <a:defRPr sz="5400"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54pt Intel Clear Pro blue section</a:t>
            </a:r>
            <a:endParaRPr lang="en-US" dirty="0"/>
          </a:p>
        </p:txBody>
      </p:sp>
      <p:sp>
        <p:nvSpPr>
          <p:cNvPr id="3" name="Text Placeholder 2"/>
          <p:cNvSpPr>
            <a:spLocks noGrp="1"/>
          </p:cNvSpPr>
          <p:nvPr>
            <p:ph type="body" idx="1" hasCustomPrompt="1"/>
          </p:nvPr>
        </p:nvSpPr>
        <p:spPr>
          <a:xfrm>
            <a:off x="455613" y="3348787"/>
            <a:ext cx="7772400" cy="1125140"/>
          </a:xfrm>
        </p:spPr>
        <p:txBody>
          <a:bodyPr anchor="t" anchorCtr="0">
            <a:noAutofit/>
          </a:bodyPr>
          <a:lstStyle>
            <a:lvl1pPr marL="0" indent="0">
              <a:buNone/>
              <a:defRPr sz="1600" b="0" baseline="0">
                <a:solidFill>
                  <a:srgbClr val="F3D54E"/>
                </a:solidFill>
                <a:latin typeface="+mn-lt"/>
                <a:cs typeface="Intel Clear" panose="020B0604020203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16pt Intel Clear Subhead</a:t>
            </a:r>
            <a:endParaRPr lang="en-US" dirty="0"/>
          </a:p>
        </p:txBody>
      </p:sp>
      <p:sp>
        <p:nvSpPr>
          <p:cNvPr id="5" name="Picture Placeholder 4"/>
          <p:cNvSpPr>
            <a:spLocks noGrp="1"/>
          </p:cNvSpPr>
          <p:nvPr>
            <p:ph type="pic" sz="quarter" idx="13" hasCustomPrompt="1"/>
          </p:nvPr>
        </p:nvSpPr>
        <p:spPr>
          <a:xfrm>
            <a:off x="0" y="1"/>
            <a:ext cx="9144000" cy="2574131"/>
          </a:xfrm>
          <a:solidFill>
            <a:schemeClr val="bg2">
              <a:lumMod val="60000"/>
              <a:lumOff val="40000"/>
            </a:schemeClr>
          </a:solidFill>
        </p:spPr>
        <p:txBody>
          <a:bodyPr/>
          <a:lstStyle>
            <a:lvl1pPr>
              <a:defRPr baseline="0">
                <a:solidFill>
                  <a:srgbClr val="0071C5"/>
                </a:solidFill>
              </a:defRPr>
            </a:lvl1pPr>
          </a:lstStyle>
          <a:p>
            <a:r>
              <a:rPr lang="en-US" dirty="0" smtClean="0"/>
              <a:t>Insert photo here. Drag picture to placeholder or click icon to add.</a:t>
            </a:r>
            <a:endParaRPr lang="en-US" dirty="0"/>
          </a:p>
        </p:txBody>
      </p:sp>
    </p:spTree>
    <p:extLst/>
  </p:cSld>
  <p:clrMapOvr>
    <a:masterClrMapping/>
  </p:clrMapOvr>
  <p:timing>
    <p:tnLst>
      <p:par>
        <p:cTn id="1" dur="indefinite" restart="never" nodeType="tmRoot"/>
      </p:par>
    </p:tnLst>
  </p:timing>
  <p:hf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BDF01D69-A501-704B-80CB-1B3152437FD0}" type="slidenum">
              <a:rPr lang="en-US" smtClean="0"/>
              <a:t>‹#›</a:t>
            </a:fld>
            <a:endParaRPr lang="en-US"/>
          </a:p>
        </p:txBody>
      </p:sp>
      <p:sp>
        <p:nvSpPr>
          <p:cNvPr id="7"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a:p>
        </p:txBody>
      </p:sp>
      <p:sp>
        <p:nvSpPr>
          <p:cNvPr id="3" name="Title 2"/>
          <p:cNvSpPr>
            <a:spLocks noGrp="1"/>
          </p:cNvSpPr>
          <p:nvPr>
            <p:ph type="title"/>
          </p:nvPr>
        </p:nvSpPr>
        <p:spPr/>
        <p:txBody>
          <a:bodyPr/>
          <a:lstStyle/>
          <a:p>
            <a:r>
              <a:rPr lang="en-US" smtClean="0"/>
              <a:t>Click to edit Master title style</a:t>
            </a:r>
            <a:endParaRPr lang="en-US"/>
          </a:p>
        </p:txBody>
      </p:sp>
    </p:spTree>
    <p:extLst/>
  </p:cSld>
  <p:clrMapOvr>
    <a:masterClrMapping/>
  </p:clrMapOvr>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3124200" y="4842365"/>
            <a:ext cx="2895600" cy="250826"/>
          </a:xfrm>
        </p:spPr>
        <p:txBody>
          <a:bodyPr/>
          <a:lstStyle/>
          <a:p>
            <a:endParaRPr lang="en-US"/>
          </a:p>
        </p:txBody>
      </p:sp>
      <p:sp>
        <p:nvSpPr>
          <p:cNvPr id="4" name="Slide Number Placeholder 3"/>
          <p:cNvSpPr>
            <a:spLocks noGrp="1"/>
          </p:cNvSpPr>
          <p:nvPr>
            <p:ph type="sldNum" sz="quarter" idx="12"/>
          </p:nvPr>
        </p:nvSpPr>
        <p:spPr>
          <a:xfrm>
            <a:off x="8743950" y="4779605"/>
            <a:ext cx="262001" cy="247085"/>
          </a:xfrm>
        </p:spPr>
        <p:txBody>
          <a:bodyPr/>
          <a:lstStyle/>
          <a:p>
            <a:fld id="{BDF01D69-A501-704B-80CB-1B3152437FD0}" type="slidenum">
              <a:rPr lang="en-US" smtClean="0"/>
              <a:t>‹#›</a:t>
            </a:fld>
            <a:endParaRPr lang="en-US"/>
          </a:p>
        </p:txBody>
      </p:sp>
    </p:spTree>
    <p:extLst/>
  </p:cSld>
  <p:clrMapOvr>
    <a:masterClrMapping/>
  </p:clrMapOvr>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blank" preserve="1">
  <p:cSld name="Back Cover Radial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descr="StackedISWhite.png"/>
          <p:cNvPicPr>
            <a:picLocks noChangeAspect="1"/>
          </p:cNvPicPr>
          <p:nvPr/>
        </p:nvPicPr>
        <p:blipFill>
          <a:blip r:embed="rId3"/>
          <a:stretch>
            <a:fillRect/>
          </a:stretch>
        </p:blipFill>
        <p:spPr>
          <a:xfrm>
            <a:off x="3488733" y="1881408"/>
            <a:ext cx="2085275" cy="1960738"/>
          </a:xfrm>
          <a:prstGeom prst="rect">
            <a:avLst/>
          </a:prstGeom>
        </p:spPr>
      </p:pic>
    </p:spTree>
    <p:extLst/>
  </p:cSld>
  <p:clrMapOvr>
    <a:masterClrMapping/>
  </p:clrMapOvr>
  <p:timing>
    <p:tnLst>
      <p:par>
        <p:cTn id="1" dur="indefinite" restart="never" nodeType="tmRoot"/>
      </p:par>
    </p:tnLst>
  </p:timing>
  <p:hf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2_Title Slide with Photo">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10" name="Rectangle 9"/>
          <p:cNvSpPr/>
          <p:nvPr/>
        </p:nvSpPr>
        <p:spPr>
          <a:xfrm>
            <a:off x="0" y="0"/>
            <a:ext cx="9144000" cy="4768850"/>
          </a:xfrm>
          <a:prstGeom prst="rect">
            <a:avLst/>
          </a:prstGeom>
          <a:solidFill>
            <a:srgbClr val="007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071C5"/>
              </a:solidFill>
            </a:endParaRPr>
          </a:p>
        </p:txBody>
      </p:sp>
      <p:pic>
        <p:nvPicPr>
          <p:cNvPr id="5" name="Picture 4" descr="StackedISWhite.png"/>
          <p:cNvPicPr>
            <a:picLocks noChangeAspect="1"/>
          </p:cNvPicPr>
          <p:nvPr/>
        </p:nvPicPr>
        <p:blipFill>
          <a:blip r:embed="rId2"/>
          <a:stretch>
            <a:fillRect/>
          </a:stretch>
        </p:blipFill>
        <p:spPr>
          <a:xfrm>
            <a:off x="3488733" y="1881408"/>
            <a:ext cx="2085275" cy="1960738"/>
          </a:xfrm>
          <a:prstGeom prst="rect">
            <a:avLst/>
          </a:prstGeom>
        </p:spPr>
      </p:pic>
    </p:spTree>
    <p:extLst/>
  </p:cSld>
  <p:clrMapOvr>
    <a:masterClrMapping/>
  </p:clrMapOvr>
  <p:timing>
    <p:tnLst>
      <p:par>
        <p:cTn id="1" dur="indefinite" restart="never" nodeType="tmRoot"/>
      </p:par>
    </p:tnLst>
  </p:timing>
  <p:hf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18" Type="http://schemas.openxmlformats.org/officeDocument/2006/relationships/slideLayout" Target="../slideLayouts/slideLayout4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0" Type="http://schemas.openxmlformats.org/officeDocument/2006/relationships/image" Target="../media/image4.png"/><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10" Type="http://schemas.openxmlformats.org/officeDocument/2006/relationships/slideLayout" Target="../slideLayouts/slideLayout36.xml"/><Relationship Id="rId19" Type="http://schemas.openxmlformats.org/officeDocument/2006/relationships/theme" Target="../theme/theme3.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Shape 5"/>
        <p:cNvGrpSpPr/>
        <p:nvPr/>
      </p:nvGrpSpPr>
      <p:grpSpPr>
        <a:xfrm>
          <a:off x="0" y="0"/>
          <a:ext cx="0" cy="0"/>
          <a:chOff x="0" y="0"/>
          <a:chExt cx="0" cy="0"/>
        </a:xfrm>
      </p:grpSpPr>
    </p:spTree>
    <p:extLst>
      <p:ext uri="{BB962C8B-B14F-4D97-AF65-F5344CB8AC3E}">
        <p14:creationId xmlns:p14="http://schemas.microsoft.com/office/powerpoint/2010/main" val="562381577"/>
      </p:ext>
    </p:extLst>
  </p:cSld>
  <p:clrMap bg1="lt1" tx1="dk1" bg2="dk2" tx2="lt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706" r:id="rId15"/>
  </p:sldLayoutIdLst>
  <p:timing>
    <p:tnLst>
      <p:par>
        <p:cTn id="1" dur="indefinite" restart="never" nodeType="tmRoot"/>
      </p:par>
    </p:tnLst>
  </p:timing>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BDF01D69-A501-704B-80CB-1B3152437FD0}" type="slidenum">
              <a:rPr lang="en-US" smtClean="0"/>
              <a:t>‹#›</a:t>
            </a:fld>
            <a:endParaRPr lang="en-US"/>
          </a:p>
        </p:txBody>
      </p:sp>
    </p:spTree>
    <p:extLst>
      <p:ext uri="{BB962C8B-B14F-4D97-AF65-F5344CB8AC3E}">
        <p14:creationId xmlns:p14="http://schemas.microsoft.com/office/powerpoint/2010/main" val="1351141684"/>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4766102"/>
            <a:ext cx="9144000" cy="384048"/>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455613" y="310130"/>
            <a:ext cx="8229600" cy="868680"/>
          </a:xfrm>
          <a:prstGeom prst="rect">
            <a:avLst/>
          </a:prstGeom>
        </p:spPr>
        <p:txBody>
          <a:bodyPr vert="horz" lIns="0" tIns="0" rIns="0" bIns="0" rtlCol="0" anchor="t" anchorCtr="0">
            <a:noAutofit/>
          </a:bodyPr>
          <a:lstStyle/>
          <a:p>
            <a:r>
              <a:rPr lang="en-US" dirty="0" smtClean="0"/>
              <a:t>28pt Intel Clear Headline</a:t>
            </a:r>
            <a:endParaRPr lang="en-US" dirty="0"/>
          </a:p>
        </p:txBody>
      </p:sp>
      <p:sp>
        <p:nvSpPr>
          <p:cNvPr id="3" name="Text Placeholder 2"/>
          <p:cNvSpPr>
            <a:spLocks noGrp="1"/>
          </p:cNvSpPr>
          <p:nvPr>
            <p:ph type="body" idx="1"/>
          </p:nvPr>
        </p:nvSpPr>
        <p:spPr>
          <a:xfrm>
            <a:off x="455613" y="1203325"/>
            <a:ext cx="8228012" cy="3425825"/>
          </a:xfrm>
          <a:prstGeom prst="rect">
            <a:avLst/>
          </a:prstGeom>
        </p:spPr>
        <p:txBody>
          <a:bodyPr vert="horz" lIns="0" tIns="0" rIns="0" bIns="0" rtlCol="0">
            <a:noAutofit/>
          </a:bodyPr>
          <a:lstStyle/>
          <a:p>
            <a:pPr lvl="0"/>
            <a:r>
              <a:rPr lang="en-US" dirty="0" smtClean="0"/>
              <a:t>18pt Intel Clear body text</a:t>
            </a:r>
          </a:p>
          <a:p>
            <a:pPr lvl="1"/>
            <a:r>
              <a:rPr lang="en-US" dirty="0" smtClean="0"/>
              <a:t>16pt Intel Clear bullet one</a:t>
            </a:r>
          </a:p>
          <a:p>
            <a:pPr lvl="2"/>
            <a:r>
              <a:rPr lang="en-US" dirty="0" smtClean="0"/>
              <a:t>16pt Intel Clear sub-bullet</a:t>
            </a:r>
          </a:p>
          <a:p>
            <a:pPr lvl="3"/>
            <a:r>
              <a:rPr lang="en-US" dirty="0" err="1" smtClean="0"/>
              <a:t>14pt</a:t>
            </a:r>
            <a:r>
              <a:rPr lang="en-US" dirty="0" smtClean="0"/>
              <a:t> Intel Clear fourth level</a:t>
            </a:r>
          </a:p>
          <a:p>
            <a:pPr lvl="4"/>
            <a:r>
              <a:rPr lang="en-US" dirty="0" err="1" smtClean="0"/>
              <a:t>14pt</a:t>
            </a:r>
            <a:r>
              <a:rPr lang="en-US" dirty="0" smtClean="0"/>
              <a:t> Intel Clear fifth level</a:t>
            </a:r>
            <a:endParaRPr lang="en-US" dirty="0"/>
          </a:p>
        </p:txBody>
      </p:sp>
      <p:sp>
        <p:nvSpPr>
          <p:cNvPr id="5"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
        <p:nvSpPr>
          <p:cNvPr id="6" name="Slide Number Placeholder 5"/>
          <p:cNvSpPr>
            <a:spLocks noGrp="1"/>
          </p:cNvSpPr>
          <p:nvPr>
            <p:ph type="sldNum" sz="quarter" idx="4"/>
          </p:nvPr>
        </p:nvSpPr>
        <p:spPr>
          <a:xfrm>
            <a:off x="8743950" y="4813471"/>
            <a:ext cx="262001" cy="247085"/>
          </a:xfrm>
          <a:prstGeom prst="rect">
            <a:avLst/>
          </a:prstGeom>
        </p:spPr>
        <p:txBody>
          <a:bodyPr vert="horz" lIns="0" tIns="0" rIns="0" bIns="0" rtlCol="0" anchor="ctr"/>
          <a:lstStyle>
            <a:lvl1pPr algn="r">
              <a:defRPr sz="800">
                <a:solidFill>
                  <a:schemeClr val="bg1"/>
                </a:solidFill>
                <a:latin typeface="+mn-lt"/>
                <a:cs typeface="Intel Clear Light" panose="020B0404020203020204" pitchFamily="34" charset="0"/>
              </a:defRPr>
            </a:lvl1pPr>
          </a:lstStyle>
          <a:p>
            <a:fld id="{EE2556C5-CE8C-6547-B838-EA80C61A4AF7}" type="slidenum">
              <a:rPr lang="en-US" smtClean="0"/>
              <a:pPr/>
              <a:t>‹#›</a:t>
            </a:fld>
            <a:endParaRPr lang="en-US" dirty="0"/>
          </a:p>
        </p:txBody>
      </p:sp>
      <p:pic>
        <p:nvPicPr>
          <p:cNvPr id="16" name="Picture 15" descr="StackedISWhite.png"/>
          <p:cNvPicPr>
            <a:picLocks noChangeAspect="1"/>
          </p:cNvPicPr>
          <p:nvPr/>
        </p:nvPicPr>
        <p:blipFill>
          <a:blip r:embed="rId20"/>
          <a:stretch>
            <a:fillRect/>
          </a:stretch>
        </p:blipFill>
        <p:spPr>
          <a:xfrm>
            <a:off x="8294375" y="4805888"/>
            <a:ext cx="314741" cy="295944"/>
          </a:xfrm>
          <a:prstGeom prst="rect">
            <a:avLst/>
          </a:prstGeom>
        </p:spPr>
      </p:pic>
      <p:cxnSp>
        <p:nvCxnSpPr>
          <p:cNvPr id="37" name="Straight Connector 36"/>
          <p:cNvCxnSpPr/>
          <p:nvPr/>
        </p:nvCxnSpPr>
        <p:spPr>
          <a:xfrm rot="5400000">
            <a:off x="8588375" y="4956176"/>
            <a:ext cx="285753" cy="1"/>
          </a:xfrm>
          <a:prstGeom prst="line">
            <a:avLst/>
          </a:prstGeom>
          <a:ln w="952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223029"/>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 id="2147483725" r:id="rId18"/>
  </p:sldLayoutIdLst>
  <p:timing>
    <p:tnLst>
      <p:par>
        <p:cTn id="1" dur="indefinite" restart="never" nodeType="tmRoot"/>
      </p:par>
    </p:tnLst>
  </p:timing>
  <p:hf hdr="0" ftr="0" dt="0"/>
  <p:txStyles>
    <p:titleStyle>
      <a:lvl1pPr algn="l" defTabSz="457200" rtl="0" eaLnBrk="1" latinLnBrk="0" hangingPunct="1">
        <a:lnSpc>
          <a:spcPct val="100000"/>
        </a:lnSpc>
        <a:spcBef>
          <a:spcPct val="0"/>
        </a:spcBef>
        <a:buNone/>
        <a:defRPr sz="2800" b="0" i="0" kern="1200" spc="0" baseline="0">
          <a:solidFill>
            <a:srgbClr val="003C71"/>
          </a:solidFill>
          <a:latin typeface="Intel Clear"/>
          <a:ea typeface="Intel Clear Light" panose="020B0404020203020204" pitchFamily="34" charset="0"/>
          <a:cs typeface="Intel Clear"/>
        </a:defRPr>
      </a:lvl1pPr>
    </p:titleStyle>
    <p:bodyStyle>
      <a:lvl1pPr marL="0" indent="0" algn="l" defTabSz="457200" rtl="0" eaLnBrk="1" latinLnBrk="0" hangingPunct="1">
        <a:spcBef>
          <a:spcPts val="1200"/>
        </a:spcBef>
        <a:spcAft>
          <a:spcPts val="0"/>
        </a:spcAft>
        <a:buFont typeface="Wingdings" panose="05000000000000000000" pitchFamily="2" charset="2"/>
        <a:buNone/>
        <a:defRPr sz="1800" b="0" kern="1200">
          <a:solidFill>
            <a:srgbClr val="0071C5"/>
          </a:solidFill>
          <a:latin typeface="+mn-lt"/>
          <a:ea typeface="+mn-ea"/>
          <a:cs typeface="Intel Clear" panose="020B0604020203020204" pitchFamily="34" charset="0"/>
        </a:defRPr>
      </a:lvl1pPr>
      <a:lvl2pPr marL="225425" indent="-225425" algn="l" defTabSz="457200" rtl="0" eaLnBrk="1" latinLnBrk="0" hangingPunct="1">
        <a:spcBef>
          <a:spcPts val="1200"/>
        </a:spcBef>
        <a:buFont typeface="Wingdings" charset="2"/>
        <a:buChar char="§"/>
        <a:defRPr sz="1600" kern="1200" baseline="0">
          <a:solidFill>
            <a:srgbClr val="003C71"/>
          </a:solidFill>
          <a:latin typeface="+mn-lt"/>
          <a:ea typeface="+mn-ea"/>
          <a:cs typeface="Intel Clear" panose="020B0604020203020204" pitchFamily="34" charset="0"/>
        </a:defRPr>
      </a:lvl2pPr>
      <a:lvl3pPr marL="571500" indent="-228600" algn="l" defTabSz="457200" rtl="0" eaLnBrk="1" latinLnBrk="0" hangingPunct="1">
        <a:spcBef>
          <a:spcPts val="800"/>
        </a:spcBef>
        <a:buFont typeface="Intel Clear" panose="020B0604020203020204" pitchFamily="34" charset="0"/>
        <a:buChar char="–"/>
        <a:defRPr sz="1600" kern="1200">
          <a:solidFill>
            <a:srgbClr val="003C71"/>
          </a:solidFill>
          <a:latin typeface="+mn-lt"/>
          <a:ea typeface="+mn-ea"/>
          <a:cs typeface="Intel Clear" panose="020B0604020203020204" pitchFamily="34" charset="0"/>
        </a:defRPr>
      </a:lvl3pPr>
      <a:lvl4pPr marL="969963" indent="-228600" algn="l" defTabSz="457200" rtl="0" eaLnBrk="1" latinLnBrk="0" hangingPunct="1">
        <a:spcBef>
          <a:spcPct val="20000"/>
        </a:spcBef>
        <a:buFont typeface="Arial"/>
        <a:buChar char="–"/>
        <a:defRPr sz="1400" kern="1200">
          <a:solidFill>
            <a:srgbClr val="003C71"/>
          </a:solidFill>
          <a:latin typeface="+mn-lt"/>
          <a:ea typeface="+mn-ea"/>
          <a:cs typeface="Intel Clear" panose="020B0604020203020204" pitchFamily="34" charset="0"/>
        </a:defRPr>
      </a:lvl4pPr>
      <a:lvl5pPr marL="1319213" indent="-228600" algn="l" defTabSz="457200" rtl="0" eaLnBrk="1" latinLnBrk="0" hangingPunct="1">
        <a:spcBef>
          <a:spcPct val="20000"/>
        </a:spcBef>
        <a:buFont typeface="Intel Clear" panose="020B0604020203020204" pitchFamily="34" charset="0"/>
        <a:buChar char="–"/>
        <a:defRPr sz="1400" kern="1200">
          <a:solidFill>
            <a:srgbClr val="003C71"/>
          </a:solidFill>
          <a:latin typeface="+mn-lt"/>
          <a:ea typeface="+mn-ea"/>
          <a:cs typeface="Intel Clear" panose="020B0604020203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3" Type="http://schemas.openxmlformats.org/officeDocument/2006/relationships/hyperlink" Target="https://software.intel.com/en-us/articles/intel-sample-source-code-license-agreement" TargetMode="External"/><Relationship Id="rId2" Type="http://schemas.openxmlformats.org/officeDocument/2006/relationships/hyperlink" Target="http://www.intel.com/" TargetMode="Externa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41.xml"/><Relationship Id="rId5" Type="http://schemas.openxmlformats.org/officeDocument/2006/relationships/image" Target="../media/image12.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4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1.xml"/></Relationships>
</file>

<file path=ppt/slides/_rels/slide13.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12.xml"/><Relationship Id="rId1" Type="http://schemas.openxmlformats.org/officeDocument/2006/relationships/slideLayout" Target="../slideLayouts/slideLayout4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4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1.xml"/></Relationships>
</file>

<file path=ppt/slides/_rels/slide16.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15.xml"/><Relationship Id="rId1" Type="http://schemas.openxmlformats.org/officeDocument/2006/relationships/slideLayout" Target="../slideLayouts/slideLayout41.xml"/></Relationships>
</file>

<file path=ppt/slides/_rels/slide17.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16.xml"/><Relationship Id="rId1" Type="http://schemas.openxmlformats.org/officeDocument/2006/relationships/slideLayout" Target="../slideLayouts/slideLayout4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1.xml"/></Relationships>
</file>

<file path=ppt/slides/_rels/slide19.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notesSlide" Target="../notesSlides/notesSlide18.xml"/><Relationship Id="rId1" Type="http://schemas.openxmlformats.org/officeDocument/2006/relationships/slideLayout" Target="../slideLayouts/slideLayout41.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41.xml"/><Relationship Id="rId5" Type="http://schemas.openxmlformats.org/officeDocument/2006/relationships/image" Target="../media/image16.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1.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41.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4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2">
                <a:lumMod val="40000"/>
                <a:lumOff val="60000"/>
              </a:schemeClr>
            </a:gs>
            <a:gs pos="46000">
              <a:schemeClr val="accent2">
                <a:lumMod val="95000"/>
                <a:lumOff val="5000"/>
              </a:schemeClr>
            </a:gs>
            <a:gs pos="100000">
              <a:schemeClr val="accent2">
                <a:lumMod val="60000"/>
              </a:schemeClr>
            </a:gs>
          </a:gsLst>
          <a:path path="circle">
            <a:fillToRect l="50000" t="130000" r="50000" b="-30000"/>
          </a:path>
        </a:gradFill>
        <a:effectLst/>
      </p:bgPr>
    </p:bg>
    <p:spTree>
      <p:nvGrpSpPr>
        <p:cNvPr id="1" name="Shape 53"/>
        <p:cNvGrpSpPr/>
        <p:nvPr/>
      </p:nvGrpSpPr>
      <p:grpSpPr>
        <a:xfrm>
          <a:off x="0" y="0"/>
          <a:ext cx="0" cy="0"/>
          <a:chOff x="0" y="0"/>
          <a:chExt cx="0" cy="0"/>
        </a:xfrm>
      </p:grpSpPr>
      <p:sp>
        <p:nvSpPr>
          <p:cNvPr id="54" name="Shape 54"/>
          <p:cNvSpPr txBox="1">
            <a:spLocks noGrp="1"/>
          </p:cNvSpPr>
          <p:nvPr>
            <p:ph type="ctrTitle"/>
          </p:nvPr>
        </p:nvSpPr>
        <p:spPr>
          <a:xfrm>
            <a:off x="444687" y="2397361"/>
            <a:ext cx="8212886" cy="1102519"/>
          </a:xfrm>
          <a:prstGeom prst="rect">
            <a:avLst/>
          </a:prstGeom>
          <a:noFill/>
          <a:ln>
            <a:noFill/>
          </a:ln>
        </p:spPr>
        <p:txBody>
          <a:bodyPr lIns="91425" tIns="91425" rIns="91425" bIns="91425" anchor="b" anchorCtr="0">
            <a:noAutofit/>
          </a:bodyPr>
          <a:lstStyle/>
          <a:p>
            <a:pPr lvl="0">
              <a:lnSpc>
                <a:spcPct val="100000"/>
              </a:lnSpc>
              <a:spcBef>
                <a:spcPts val="0"/>
              </a:spcBef>
              <a:buClr>
                <a:schemeClr val="dk1"/>
              </a:buClr>
              <a:buSzPct val="25000"/>
            </a:pPr>
            <a:r>
              <a:rPr lang="en-US" sz="4400" dirty="0">
                <a:solidFill>
                  <a:srgbClr val="FFFFFF"/>
                </a:solidFill>
                <a:latin typeface="Avenir Book" charset="0"/>
                <a:ea typeface="Avenir Book" charset="0"/>
                <a:cs typeface="Avenir Book" charset="0"/>
                <a:sym typeface="Source Code Pro"/>
              </a:rPr>
              <a:t>Introduction to Convolutional Neural Networks</a:t>
            </a:r>
            <a:endParaRPr lang="en" sz="4400" b="0" i="0" u="none" strike="noStrike" cap="none" dirty="0">
              <a:solidFill>
                <a:srgbClr val="FFFFFF"/>
              </a:solidFill>
              <a:latin typeface="Avenir Book" charset="0"/>
              <a:ea typeface="Avenir Book" charset="0"/>
              <a:cs typeface="Avenir Book" charset="0"/>
              <a:sym typeface="Source Code Pro"/>
            </a:endParaRPr>
          </a:p>
        </p:txBody>
      </p:sp>
      <p:cxnSp>
        <p:nvCxnSpPr>
          <p:cNvPr id="56" name="Shape 56"/>
          <p:cNvCxnSpPr/>
          <p:nvPr/>
        </p:nvCxnSpPr>
        <p:spPr>
          <a:xfrm>
            <a:off x="609600" y="2679200"/>
            <a:ext cx="6264600" cy="0"/>
          </a:xfrm>
          <a:prstGeom prst="straightConnector1">
            <a:avLst/>
          </a:prstGeom>
          <a:noFill/>
          <a:ln w="19050" cap="flat" cmpd="sng">
            <a:solidFill>
              <a:srgbClr val="3A9ED9"/>
            </a:solidFill>
            <a:prstDash val="solid"/>
            <a:round/>
            <a:headEnd type="none" w="med" len="med"/>
            <a:tailEnd type="none" w="med" len="med"/>
          </a:ln>
        </p:spPr>
      </p:cxnSp>
    </p:spTree>
    <p:extLst>
      <p:ext uri="{BB962C8B-B14F-4D97-AF65-F5344CB8AC3E}">
        <p14:creationId xmlns:p14="http://schemas.microsoft.com/office/powerpoint/2010/main" val="42749909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Legal Notices and Disclaimers</a:t>
            </a:r>
            <a:endParaRPr lang="en-US" dirty="0"/>
          </a:p>
        </p:txBody>
      </p:sp>
      <p:sp>
        <p:nvSpPr>
          <p:cNvPr id="9" name="Content Placeholder 8"/>
          <p:cNvSpPr>
            <a:spLocks noGrp="1"/>
          </p:cNvSpPr>
          <p:nvPr>
            <p:ph sz="quarter" idx="13"/>
          </p:nvPr>
        </p:nvSpPr>
        <p:spPr/>
        <p:txBody>
          <a:bodyPr/>
          <a:lstStyle/>
          <a:p>
            <a:r>
              <a:rPr lang="en-US" sz="1500" dirty="0" smtClean="0"/>
              <a:t>This presentation is for informational purposes only. INTEL MAKES NO WARRANTIES, EXPRESS OR IMPLIED, IN THIS SUMMARY. </a:t>
            </a:r>
          </a:p>
          <a:p>
            <a:r>
              <a:rPr lang="en-US" sz="1500" dirty="0" smtClean="0"/>
              <a:t>Intel technologies’ features and benefits depend on system configuration and may require enabled hardware, software or service activation. Performance varies depending on system configuration. Check with your system manufacturer or retailer or learn more at </a:t>
            </a:r>
            <a:r>
              <a:rPr lang="en-US" sz="1500" dirty="0" smtClean="0">
                <a:hlinkClick r:id="rId2"/>
              </a:rPr>
              <a:t>intel.com</a:t>
            </a:r>
            <a:r>
              <a:rPr lang="en-US" sz="1500" dirty="0" smtClean="0"/>
              <a:t>. </a:t>
            </a:r>
          </a:p>
          <a:p>
            <a:r>
              <a:rPr lang="en-US" sz="1500" dirty="0" smtClean="0"/>
              <a:t>This sample source code is released under the </a:t>
            </a:r>
            <a:r>
              <a:rPr lang="en-US" sz="1500" dirty="0" smtClean="0">
                <a:hlinkClick r:id="rId3"/>
              </a:rPr>
              <a:t>Intel Sample Source Code License Agreement</a:t>
            </a:r>
            <a:r>
              <a:rPr lang="en-US" sz="1500" dirty="0" smtClean="0"/>
              <a:t>. </a:t>
            </a:r>
          </a:p>
          <a:p>
            <a:r>
              <a:rPr lang="en-US" sz="1500" dirty="0" smtClean="0"/>
              <a:t>Intel and the Intel logo are trademarks of Intel Corporation in the U.S. and/or other countries. </a:t>
            </a:r>
          </a:p>
          <a:p>
            <a:r>
              <a:rPr lang="en-US" sz="1500" dirty="0" smtClean="0"/>
              <a:t>*Other names and brands may be claimed as the property of others. </a:t>
            </a:r>
          </a:p>
          <a:p>
            <a:r>
              <a:rPr lang="en-US" sz="1500" dirty="0" smtClean="0"/>
              <a:t>Copyright © 2017, Intel Corporation. All rights reserved. </a:t>
            </a:r>
            <a:endParaRPr lang="en-US" sz="1500" dirty="0"/>
          </a:p>
        </p:txBody>
      </p:sp>
    </p:spTree>
    <p:extLst>
      <p:ext uri="{BB962C8B-B14F-4D97-AF65-F5344CB8AC3E}">
        <p14:creationId xmlns:p14="http://schemas.microsoft.com/office/powerpoint/2010/main" val="4125093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Motivation – Image Data</a:t>
            </a:r>
            <a:endParaRPr lang="en-US" dirty="0">
              <a:latin typeface="Avenir Book" charset="0"/>
              <a:ea typeface="Avenir Book" charset="0"/>
              <a:cs typeface="Avenir Book" charset="0"/>
            </a:endParaRPr>
          </a:p>
        </p:txBody>
      </p:sp>
      <p:sp>
        <p:nvSpPr>
          <p:cNvPr id="75" name="Rectangle 74"/>
          <p:cNvSpPr/>
          <p:nvPr/>
        </p:nvSpPr>
        <p:spPr>
          <a:xfrm>
            <a:off x="398352" y="1227244"/>
            <a:ext cx="8192764" cy="2800767"/>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So far, the structure of our neural network treats all inputs interchangeably.</a:t>
            </a:r>
          </a:p>
          <a:p>
            <a:pPr marL="457200" lvl="0" indent="-457200">
              <a:buFont typeface="Arial" charset="0"/>
              <a:buChar char="•"/>
            </a:pPr>
            <a:r>
              <a:rPr lang="en-US" sz="2200" dirty="0" smtClean="0">
                <a:latin typeface="Avenir Book" charset="0"/>
                <a:ea typeface="Avenir Book" charset="0"/>
                <a:cs typeface="Avenir Book" charset="0"/>
              </a:rPr>
              <a:t>No relationships between the individual inputs</a:t>
            </a:r>
          </a:p>
          <a:p>
            <a:pPr marL="457200" lvl="0" indent="-457200">
              <a:buFont typeface="Arial" charset="0"/>
              <a:buChar char="•"/>
            </a:pPr>
            <a:r>
              <a:rPr lang="en-US" sz="2200" dirty="0" smtClean="0">
                <a:latin typeface="Avenir Book" charset="0"/>
                <a:ea typeface="Avenir Book" charset="0"/>
                <a:cs typeface="Avenir Book" charset="0"/>
              </a:rPr>
              <a:t>Just an ordered set of variables</a:t>
            </a:r>
          </a:p>
          <a:p>
            <a:pPr marL="457200" lvl="0" indent="-457200">
              <a:buFont typeface="Arial" charset="0"/>
              <a:buChar char="•"/>
            </a:pPr>
            <a:endParaRPr lang="en-US" sz="2200" dirty="0" smtClean="0">
              <a:latin typeface="Avenir Book" charset="0"/>
              <a:ea typeface="Avenir Book" charset="0"/>
              <a:cs typeface="Avenir Book" charset="0"/>
            </a:endParaRPr>
          </a:p>
          <a:p>
            <a:pPr marL="457200" indent="-457200">
              <a:buFont typeface="Arial" charset="0"/>
              <a:buChar char="•"/>
            </a:pPr>
            <a:r>
              <a:rPr lang="en-US" sz="2200" dirty="0" smtClean="0">
                <a:latin typeface="Avenir Book" charset="0"/>
                <a:ea typeface="Avenir Book" charset="0"/>
                <a:cs typeface="Avenir Book" charset="0"/>
              </a:rPr>
              <a:t>We want </a:t>
            </a:r>
            <a:r>
              <a:rPr lang="en-US" sz="2200" dirty="0">
                <a:latin typeface="Avenir Book" charset="0"/>
                <a:ea typeface="Avenir Book" charset="0"/>
                <a:cs typeface="Avenir Book" charset="0"/>
              </a:rPr>
              <a:t>to incorporate domain knowledge into the architecture of a Neural </a:t>
            </a:r>
            <a:r>
              <a:rPr lang="en-US" sz="2200" dirty="0" smtClean="0">
                <a:latin typeface="Avenir Book" charset="0"/>
                <a:ea typeface="Avenir Book" charset="0"/>
                <a:cs typeface="Avenir Book" charset="0"/>
              </a:rPr>
              <a:t>Network.</a:t>
            </a:r>
            <a:endParaRPr lang="en-US" sz="2200" dirty="0">
              <a:latin typeface="Avenir Book" charset="0"/>
              <a:ea typeface="Avenir Book" charset="0"/>
              <a:cs typeface="Avenir Book" charset="0"/>
            </a:endParaRPr>
          </a:p>
          <a:p>
            <a:pPr marL="457200" lvl="0" indent="-457200">
              <a:buFont typeface="Arial" charset="0"/>
              <a:buChar char="•"/>
            </a:pPr>
            <a:endParaRPr lang="en-US" sz="2200" dirty="0" smtClean="0">
              <a:latin typeface="Avenir Book" charset="0"/>
              <a:ea typeface="Avenir Book" charset="0"/>
              <a:cs typeface="Avenir Book" charset="0"/>
            </a:endParaRPr>
          </a:p>
        </p:txBody>
      </p:sp>
    </p:spTree>
    <p:extLst>
      <p:ext uri="{BB962C8B-B14F-4D97-AF65-F5344CB8AC3E}">
        <p14:creationId xmlns:p14="http://schemas.microsoft.com/office/powerpoint/2010/main" val="53340321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Motivation</a:t>
            </a:r>
            <a:endParaRPr lang="en-US" dirty="0">
              <a:latin typeface="Avenir Book" charset="0"/>
              <a:ea typeface="Avenir Book" charset="0"/>
              <a:cs typeface="Avenir Book" charset="0"/>
            </a:endParaRPr>
          </a:p>
        </p:txBody>
      </p:sp>
      <p:sp>
        <p:nvSpPr>
          <p:cNvPr id="75" name="Rectangle 74"/>
          <p:cNvSpPr/>
          <p:nvPr/>
        </p:nvSpPr>
        <p:spPr>
          <a:xfrm>
            <a:off x="398352" y="1227244"/>
            <a:ext cx="8192764" cy="3816429"/>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Image data has important structures, such as;</a:t>
            </a:r>
          </a:p>
          <a:p>
            <a:pPr marL="457200" lvl="8" indent="-457200">
              <a:buFont typeface="Arial" charset="0"/>
              <a:buChar char="•"/>
            </a:pPr>
            <a:endParaRPr lang="en-US" sz="2200" dirty="0" smtClean="0">
              <a:latin typeface="Avenir Book" charset="0"/>
              <a:ea typeface="Avenir Book" charset="0"/>
              <a:cs typeface="Avenir Book" charset="0"/>
            </a:endParaRPr>
          </a:p>
          <a:p>
            <a:pPr marL="457200" lvl="8" indent="-457200">
              <a:buFont typeface="Arial" charset="0"/>
              <a:buChar char="•"/>
            </a:pPr>
            <a:r>
              <a:rPr lang="en-US" sz="2200" dirty="0" smtClean="0">
                <a:latin typeface="Avenir Book" charset="0"/>
                <a:ea typeface="Avenir Book" charset="0"/>
                <a:cs typeface="Avenir Book" charset="0"/>
              </a:rPr>
              <a:t>”Topology” of pixels</a:t>
            </a:r>
          </a:p>
          <a:p>
            <a:pPr marL="457200" lvl="8" indent="-457200">
              <a:buFont typeface="Arial" charset="0"/>
              <a:buChar char="•"/>
            </a:pPr>
            <a:r>
              <a:rPr lang="en-US" sz="2200" dirty="0" smtClean="0">
                <a:latin typeface="Avenir Book" charset="0"/>
                <a:ea typeface="Avenir Book" charset="0"/>
                <a:cs typeface="Avenir Book" charset="0"/>
              </a:rPr>
              <a:t>Translation invariance</a:t>
            </a:r>
          </a:p>
          <a:p>
            <a:pPr marL="457200" lvl="8" indent="-457200">
              <a:buFont typeface="Arial" charset="0"/>
              <a:buChar char="•"/>
            </a:pPr>
            <a:r>
              <a:rPr lang="en-US" sz="2200" dirty="0" smtClean="0">
                <a:latin typeface="Avenir Book" charset="0"/>
                <a:ea typeface="Avenir Book" charset="0"/>
                <a:cs typeface="Avenir Book" charset="0"/>
              </a:rPr>
              <a:t>Issues of lighting and contrast</a:t>
            </a:r>
          </a:p>
          <a:p>
            <a:pPr marL="457200" lvl="8" indent="-457200">
              <a:buFont typeface="Arial" charset="0"/>
              <a:buChar char="•"/>
            </a:pPr>
            <a:r>
              <a:rPr lang="en-US" sz="2200" dirty="0" smtClean="0">
                <a:latin typeface="Avenir Book" charset="0"/>
                <a:ea typeface="Avenir Book" charset="0"/>
                <a:cs typeface="Avenir Book" charset="0"/>
              </a:rPr>
              <a:t>Knowledge of human visual system</a:t>
            </a:r>
          </a:p>
          <a:p>
            <a:pPr marL="457200" lvl="8" indent="-457200">
              <a:buFont typeface="Arial" charset="0"/>
              <a:buChar char="•"/>
            </a:pPr>
            <a:r>
              <a:rPr lang="en-US" sz="2200" dirty="0">
                <a:latin typeface="Avenir Book" charset="0"/>
                <a:ea typeface="Avenir Book" charset="0"/>
                <a:cs typeface="Avenir Book" charset="0"/>
              </a:rPr>
              <a:t>Nearby pixels tend to have similar values</a:t>
            </a:r>
          </a:p>
          <a:p>
            <a:pPr marL="457200" lvl="8" indent="-457200">
              <a:buFont typeface="Arial" charset="0"/>
              <a:buChar char="•"/>
            </a:pPr>
            <a:r>
              <a:rPr lang="en-US" sz="2200" dirty="0">
                <a:latin typeface="Avenir Book" charset="0"/>
                <a:ea typeface="Avenir Book" charset="0"/>
                <a:cs typeface="Avenir Book" charset="0"/>
              </a:rPr>
              <a:t>Edges and </a:t>
            </a:r>
            <a:r>
              <a:rPr lang="en-US" sz="2200" dirty="0" smtClean="0">
                <a:latin typeface="Avenir Book" charset="0"/>
                <a:ea typeface="Avenir Book" charset="0"/>
                <a:cs typeface="Avenir Book" charset="0"/>
              </a:rPr>
              <a:t>shapes</a:t>
            </a:r>
            <a:endParaRPr lang="en-US" sz="2200" dirty="0">
              <a:latin typeface="Avenir Book" charset="0"/>
              <a:ea typeface="Avenir Book" charset="0"/>
              <a:cs typeface="Avenir Book" charset="0"/>
            </a:endParaRPr>
          </a:p>
          <a:p>
            <a:pPr marL="457200" lvl="8" indent="-457200">
              <a:buFont typeface="Arial" charset="0"/>
              <a:buChar char="•"/>
            </a:pPr>
            <a:r>
              <a:rPr lang="en-US" sz="2200" dirty="0">
                <a:latin typeface="Avenir Book" charset="0"/>
                <a:ea typeface="Avenir Book" charset="0"/>
                <a:cs typeface="Avenir Book" charset="0"/>
              </a:rPr>
              <a:t>Scale Invariance – objects may appear at different sizes in the image.</a:t>
            </a:r>
          </a:p>
          <a:p>
            <a:pPr marL="457200" lvl="0" indent="-457200">
              <a:buFont typeface="Arial" charset="0"/>
              <a:buChar char="•"/>
            </a:pPr>
            <a:endParaRPr lang="en-US" sz="2200" dirty="0" smtClean="0">
              <a:latin typeface="Avenir Book" charset="0"/>
              <a:ea typeface="Avenir Book" charset="0"/>
              <a:cs typeface="Avenir Book" charset="0"/>
            </a:endParaRPr>
          </a:p>
        </p:txBody>
      </p:sp>
    </p:spTree>
    <p:extLst>
      <p:ext uri="{BB962C8B-B14F-4D97-AF65-F5344CB8AC3E}">
        <p14:creationId xmlns:p14="http://schemas.microsoft.com/office/powerpoint/2010/main" val="273891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Motivation – Image Data</a:t>
            </a:r>
            <a:endParaRPr lang="en-US" dirty="0">
              <a:latin typeface="Avenir Book" charset="0"/>
              <a:ea typeface="Avenir Book" charset="0"/>
              <a:cs typeface="Avenir Book" charset="0"/>
            </a:endParaRPr>
          </a:p>
        </p:txBody>
      </p:sp>
      <p:sp>
        <p:nvSpPr>
          <p:cNvPr id="75" name="Rectangle 74"/>
          <p:cNvSpPr/>
          <p:nvPr/>
        </p:nvSpPr>
        <p:spPr>
          <a:xfrm>
            <a:off x="398352" y="1227244"/>
            <a:ext cx="8192764" cy="3139321"/>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Fully connected would require a vast number of parameters</a:t>
            </a:r>
          </a:p>
          <a:p>
            <a:pPr marL="457200" lvl="0" indent="-457200">
              <a:buFont typeface="Arial" charset="0"/>
              <a:buChar char="•"/>
            </a:pPr>
            <a:r>
              <a:rPr lang="en-US" sz="2200" dirty="0" smtClean="0">
                <a:latin typeface="Avenir Book" charset="0"/>
                <a:ea typeface="Avenir Book" charset="0"/>
                <a:cs typeface="Avenir Book" charset="0"/>
              </a:rPr>
              <a:t>MNIST images are small (32 x 32 pixels) and in grayscale</a:t>
            </a:r>
          </a:p>
          <a:p>
            <a:pPr marL="457200" lvl="0" indent="-457200">
              <a:buFont typeface="Arial" charset="0"/>
              <a:buChar char="•"/>
            </a:pPr>
            <a:r>
              <a:rPr lang="en-US" sz="2200" dirty="0" smtClean="0">
                <a:latin typeface="Avenir Book" charset="0"/>
                <a:ea typeface="Avenir Book" charset="0"/>
                <a:cs typeface="Avenir Book" charset="0"/>
              </a:rPr>
              <a:t>Color images are more typically at least (200 x 200) pixels x 3 color channels (RGB) = 120,000 values.</a:t>
            </a:r>
          </a:p>
          <a:p>
            <a:pPr marL="457200" lvl="0" indent="-457200">
              <a:buFont typeface="Arial" charset="0"/>
              <a:buChar char="•"/>
            </a:pPr>
            <a:r>
              <a:rPr lang="en-US" sz="2200" dirty="0" smtClean="0">
                <a:latin typeface="Avenir Book" charset="0"/>
                <a:ea typeface="Avenir Book" charset="0"/>
                <a:cs typeface="Avenir Book" charset="0"/>
              </a:rPr>
              <a:t>A single fully connected layer would require (200x200x3)</a:t>
            </a:r>
            <a:r>
              <a:rPr lang="en-US" sz="2200" baseline="30000" dirty="0" smtClean="0">
                <a:latin typeface="Avenir Book" charset="0"/>
                <a:ea typeface="Avenir Book" charset="0"/>
                <a:cs typeface="Avenir Book" charset="0"/>
              </a:rPr>
              <a:t>2</a:t>
            </a:r>
            <a:r>
              <a:rPr lang="en-US" sz="2200" dirty="0" smtClean="0">
                <a:latin typeface="Avenir Book" charset="0"/>
                <a:ea typeface="Avenir Book" charset="0"/>
                <a:cs typeface="Avenir Book" charset="0"/>
              </a:rPr>
              <a:t> = 14,400,000,000 weights!</a:t>
            </a:r>
          </a:p>
          <a:p>
            <a:pPr marL="457200" lvl="0" indent="-457200">
              <a:buFont typeface="Arial" charset="0"/>
              <a:buChar char="•"/>
            </a:pPr>
            <a:r>
              <a:rPr lang="en-US" sz="2200" dirty="0" smtClean="0">
                <a:latin typeface="Avenir Book" charset="0"/>
                <a:ea typeface="Avenir Book" charset="0"/>
                <a:cs typeface="Avenir Book" charset="0"/>
              </a:rPr>
              <a:t>Variance (in terms of bias-variance) would be too high</a:t>
            </a:r>
          </a:p>
          <a:p>
            <a:pPr marL="457200" lvl="0" indent="-457200">
              <a:buFont typeface="Arial" charset="0"/>
              <a:buChar char="•"/>
            </a:pPr>
            <a:r>
              <a:rPr lang="en-US" sz="2200" dirty="0" smtClean="0">
                <a:latin typeface="Avenir Book" charset="0"/>
                <a:ea typeface="Avenir Book" charset="0"/>
                <a:cs typeface="Avenir Book" charset="0"/>
              </a:rPr>
              <a:t>So we introduce “bias” by structuring the network to look for certain kinds of patterns</a:t>
            </a:r>
          </a:p>
        </p:txBody>
      </p:sp>
    </p:spTree>
    <p:extLst>
      <p:ext uri="{BB962C8B-B14F-4D97-AF65-F5344CB8AC3E}">
        <p14:creationId xmlns:p14="http://schemas.microsoft.com/office/powerpoint/2010/main" val="21272248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Motivation</a:t>
            </a:r>
            <a:endParaRPr lang="en-US" dirty="0">
              <a:latin typeface="Avenir Book" charset="0"/>
              <a:ea typeface="Avenir Book" charset="0"/>
              <a:cs typeface="Avenir Book" charset="0"/>
            </a:endParaRPr>
          </a:p>
        </p:txBody>
      </p:sp>
      <p:sp>
        <p:nvSpPr>
          <p:cNvPr id="75" name="Rectangle 74"/>
          <p:cNvSpPr/>
          <p:nvPr/>
        </p:nvSpPr>
        <p:spPr>
          <a:xfrm>
            <a:off x="398352" y="1227244"/>
            <a:ext cx="8192764" cy="3477875"/>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Features need to be “built up”</a:t>
            </a:r>
          </a:p>
          <a:p>
            <a:pPr marL="457200" lvl="0" indent="-457200">
              <a:buFont typeface="Arial" charset="0"/>
              <a:buChar char="•"/>
            </a:pPr>
            <a:r>
              <a:rPr lang="en-US" sz="2200" dirty="0" smtClean="0">
                <a:latin typeface="Avenir Book" charset="0"/>
                <a:ea typeface="Avenir Book" charset="0"/>
                <a:cs typeface="Avenir Book" charset="0"/>
              </a:rPr>
              <a:t>Edges -&gt; shapes -&gt; relations between shapes</a:t>
            </a:r>
          </a:p>
          <a:p>
            <a:pPr marL="457200" lvl="0" indent="-457200">
              <a:buFont typeface="Arial" charset="0"/>
              <a:buChar char="•"/>
            </a:pPr>
            <a:r>
              <a:rPr lang="en-US" sz="2200" dirty="0" smtClean="0">
                <a:latin typeface="Avenir Book" charset="0"/>
                <a:ea typeface="Avenir Book" charset="0"/>
                <a:cs typeface="Avenir Book" charset="0"/>
              </a:rPr>
              <a:t>Textures</a:t>
            </a:r>
          </a:p>
          <a:p>
            <a:pPr marL="457200" lvl="0" indent="-457200">
              <a:buFont typeface="Arial" charset="0"/>
              <a:buChar char="•"/>
            </a:pPr>
            <a:endParaRPr lang="en-US" sz="2200" dirty="0">
              <a:latin typeface="Avenir Book" charset="0"/>
              <a:ea typeface="Avenir Book" charset="0"/>
              <a:cs typeface="Avenir Book" charset="0"/>
            </a:endParaRPr>
          </a:p>
          <a:p>
            <a:pPr marL="457200" lvl="0" indent="-457200">
              <a:buFont typeface="Arial" charset="0"/>
              <a:buChar char="•"/>
            </a:pPr>
            <a:r>
              <a:rPr lang="en-US" sz="2200" dirty="0" smtClean="0">
                <a:latin typeface="Avenir Book" charset="0"/>
                <a:ea typeface="Avenir Book" charset="0"/>
                <a:cs typeface="Avenir Book" charset="0"/>
              </a:rPr>
              <a:t>Cat = two eyes in certain relation to one another  + cat fur texture.</a:t>
            </a:r>
          </a:p>
          <a:p>
            <a:pPr marL="457200" lvl="0" indent="-457200">
              <a:buFont typeface="Arial" charset="0"/>
              <a:buChar char="•"/>
            </a:pPr>
            <a:r>
              <a:rPr lang="en-US" sz="2200" dirty="0" smtClean="0">
                <a:latin typeface="Avenir Book" charset="0"/>
                <a:ea typeface="Avenir Book" charset="0"/>
                <a:cs typeface="Avenir Book" charset="0"/>
              </a:rPr>
              <a:t>Eyes = dark circle (pupil) inside another circle.</a:t>
            </a:r>
          </a:p>
          <a:p>
            <a:pPr marL="457200" lvl="0" indent="-457200">
              <a:buFont typeface="Arial" charset="0"/>
              <a:buChar char="•"/>
            </a:pPr>
            <a:r>
              <a:rPr lang="en-US" sz="2200" dirty="0" smtClean="0">
                <a:latin typeface="Avenir Book" charset="0"/>
                <a:ea typeface="Avenir Book" charset="0"/>
                <a:cs typeface="Avenir Book" charset="0"/>
              </a:rPr>
              <a:t>Circle = particular combination of edge detectors.</a:t>
            </a:r>
          </a:p>
          <a:p>
            <a:pPr marL="457200" lvl="0" indent="-457200">
              <a:buFont typeface="Arial" charset="0"/>
              <a:buChar char="•"/>
            </a:pPr>
            <a:r>
              <a:rPr lang="en-US" sz="2200" dirty="0" smtClean="0">
                <a:latin typeface="Avenir Book" charset="0"/>
                <a:ea typeface="Avenir Book" charset="0"/>
                <a:cs typeface="Avenir Book" charset="0"/>
              </a:rPr>
              <a:t>Fur = edges in certain pattern.</a:t>
            </a:r>
          </a:p>
          <a:p>
            <a:pPr marL="457200" lvl="0" indent="-457200">
              <a:buFont typeface="Arial" charset="0"/>
              <a:buChar char="•"/>
            </a:pPr>
            <a:endParaRPr lang="en-US" sz="2200" dirty="0" smtClean="0">
              <a:latin typeface="Avenir Book" charset="0"/>
              <a:ea typeface="Avenir Book" charset="0"/>
              <a:cs typeface="Avenir Book" charset="0"/>
            </a:endParaRPr>
          </a:p>
        </p:txBody>
      </p:sp>
    </p:spTree>
    <p:extLst>
      <p:ext uri="{BB962C8B-B14F-4D97-AF65-F5344CB8AC3E}">
        <p14:creationId xmlns:p14="http://schemas.microsoft.com/office/powerpoint/2010/main" val="189817755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Kernels</a:t>
            </a:r>
            <a:endParaRPr lang="en-US" dirty="0">
              <a:latin typeface="Avenir Book" charset="0"/>
              <a:ea typeface="Avenir Book" charset="0"/>
              <a:cs typeface="Avenir Book" charset="0"/>
            </a:endParaRPr>
          </a:p>
        </p:txBody>
      </p:sp>
      <mc:AlternateContent xmlns:mc="http://schemas.openxmlformats.org/markup-compatibility/2006" xmlns:a14="http://schemas.microsoft.com/office/drawing/2010/main">
        <mc:Choice Requires="a14">
          <p:sp>
            <p:nvSpPr>
              <p:cNvPr id="75" name="Rectangle 74"/>
              <p:cNvSpPr/>
              <p:nvPr/>
            </p:nvSpPr>
            <p:spPr>
              <a:xfrm>
                <a:off x="398352" y="1227244"/>
                <a:ext cx="8192764" cy="3202864"/>
              </a:xfrm>
              <a:prstGeom prst="rect">
                <a:avLst/>
              </a:prstGeom>
            </p:spPr>
            <p:txBody>
              <a:bodyPr wrap="square">
                <a:spAutoFit/>
              </a:bodyPr>
              <a:lstStyle/>
              <a:p>
                <a:pPr marL="342900" indent="-342900">
                  <a:buFont typeface="Arial" charset="0"/>
                  <a:buChar char="•"/>
                </a:pPr>
                <a:r>
                  <a:rPr lang="en-US" sz="2200" dirty="0" smtClean="0">
                    <a:latin typeface="Avenir Book" charset="0"/>
                    <a:ea typeface="Avenir Book" charset="0"/>
                    <a:cs typeface="Avenir Book" charset="0"/>
                  </a:rPr>
                  <a:t>A </a:t>
                </a:r>
                <a:r>
                  <a:rPr lang="en-US" sz="2200" i="1" dirty="0" smtClean="0">
                    <a:latin typeface="Avenir Book" charset="0"/>
                    <a:ea typeface="Avenir Book" charset="0"/>
                    <a:cs typeface="Avenir Book" charset="0"/>
                  </a:rPr>
                  <a:t>kernel</a:t>
                </a:r>
                <a:r>
                  <a:rPr lang="en-US" sz="2200" dirty="0" smtClean="0">
                    <a:latin typeface="Avenir Book" charset="0"/>
                    <a:ea typeface="Avenir Book" charset="0"/>
                    <a:cs typeface="Avenir Book" charset="0"/>
                  </a:rPr>
                  <a:t> is a grid </a:t>
                </a:r>
                <a:r>
                  <a:rPr lang="en-US" sz="2200" dirty="0">
                    <a:latin typeface="Avenir Book" charset="0"/>
                    <a:ea typeface="Avenir Book" charset="0"/>
                    <a:cs typeface="Avenir Book" charset="0"/>
                  </a:rPr>
                  <a:t>of weights “overlaid” on image, centered on one </a:t>
                </a:r>
                <a:r>
                  <a:rPr lang="en-US" sz="2200" dirty="0" smtClean="0">
                    <a:latin typeface="Avenir Book" charset="0"/>
                    <a:ea typeface="Avenir Book" charset="0"/>
                    <a:cs typeface="Avenir Book" charset="0"/>
                  </a:rPr>
                  <a:t>pixel</a:t>
                </a:r>
              </a:p>
              <a:p>
                <a:pPr marL="342900" indent="-342900">
                  <a:buFont typeface="Arial" charset="0"/>
                  <a:buChar char="•"/>
                </a:pPr>
                <a:r>
                  <a:rPr lang="en-US" sz="2200" dirty="0" smtClean="0">
                    <a:latin typeface="Avenir Book" charset="0"/>
                    <a:ea typeface="Avenir Book" charset="0"/>
                    <a:cs typeface="Avenir Book" charset="0"/>
                  </a:rPr>
                  <a:t>Each </a:t>
                </a:r>
                <a:r>
                  <a:rPr lang="en-US" sz="2200" dirty="0">
                    <a:latin typeface="Avenir Book" charset="0"/>
                    <a:ea typeface="Avenir Book" charset="0"/>
                    <a:cs typeface="Avenir Book" charset="0"/>
                  </a:rPr>
                  <a:t>weight multiplied with pixel underneath </a:t>
                </a:r>
                <a:r>
                  <a:rPr lang="en-US" sz="2200" dirty="0" smtClean="0">
                    <a:latin typeface="Avenir Book" charset="0"/>
                    <a:ea typeface="Avenir Book" charset="0"/>
                    <a:cs typeface="Avenir Book" charset="0"/>
                  </a:rPr>
                  <a:t>it</a:t>
                </a:r>
              </a:p>
              <a:p>
                <a:pPr marL="342900" indent="-342900">
                  <a:buFont typeface="Arial" charset="0"/>
                  <a:buChar char="•"/>
                </a:pPr>
                <a:r>
                  <a:rPr lang="en-US" sz="2200" dirty="0" smtClean="0">
                    <a:latin typeface="Avenir Book" charset="0"/>
                    <a:ea typeface="Avenir Book" charset="0"/>
                    <a:cs typeface="Avenir Book" charset="0"/>
                  </a:rPr>
                  <a:t>Output </a:t>
                </a:r>
                <a:r>
                  <a:rPr lang="en-US" sz="2200" dirty="0">
                    <a:latin typeface="Avenir Book" charset="0"/>
                    <a:ea typeface="Avenir Book" charset="0"/>
                    <a:cs typeface="Avenir Book" charset="0"/>
                  </a:rPr>
                  <a:t>over the centered pixel is </a:t>
                </a:r>
                <a14:m>
                  <m:oMath xmlns:m="http://schemas.openxmlformats.org/officeDocument/2006/math">
                    <m:nary>
                      <m:naryPr>
                        <m:chr m:val="∑"/>
                        <m:ctrlPr>
                          <a:rPr lang="is-IS" sz="2200" i="1">
                            <a:latin typeface="Cambria Math" panose="02040503050406030204" pitchFamily="18" charset="0"/>
                            <a:ea typeface="Avenir Book" charset="0"/>
                            <a:cs typeface="Avenir Book" charset="0"/>
                          </a:rPr>
                        </m:ctrlPr>
                      </m:naryPr>
                      <m:sub>
                        <m:r>
                          <m:rPr>
                            <m:brk m:alnAt="23"/>
                          </m:rPr>
                          <a:rPr lang="en-US" sz="2200" i="1">
                            <a:latin typeface="Cambria Math" charset="0"/>
                            <a:ea typeface="Avenir Book" charset="0"/>
                            <a:cs typeface="Avenir Book" charset="0"/>
                          </a:rPr>
                          <m:t>𝑝</m:t>
                        </m:r>
                        <m:r>
                          <a:rPr lang="en-US" sz="2200" i="1">
                            <a:latin typeface="Cambria Math" charset="0"/>
                            <a:ea typeface="Avenir Book" charset="0"/>
                            <a:cs typeface="Avenir Book" charset="0"/>
                          </a:rPr>
                          <m:t>=1</m:t>
                        </m:r>
                      </m:sub>
                      <m:sup>
                        <m:r>
                          <a:rPr lang="en-US" sz="2200" i="1">
                            <a:latin typeface="Cambria Math" charset="0"/>
                            <a:ea typeface="Avenir Book" charset="0"/>
                            <a:cs typeface="Avenir Book" charset="0"/>
                          </a:rPr>
                          <m:t>𝑃</m:t>
                        </m:r>
                      </m:sup>
                      <m:e>
                        <m:sSub>
                          <m:sSubPr>
                            <m:ctrlPr>
                              <a:rPr lang="en-US" sz="2200" i="1">
                                <a:latin typeface="Cambria Math" panose="02040503050406030204" pitchFamily="18" charset="0"/>
                                <a:ea typeface="Avenir Book" charset="0"/>
                                <a:cs typeface="Avenir Book" charset="0"/>
                              </a:rPr>
                            </m:ctrlPr>
                          </m:sSubPr>
                          <m:e>
                            <m:r>
                              <a:rPr lang="en-US" sz="2200" i="1">
                                <a:latin typeface="Cambria Math" charset="0"/>
                                <a:ea typeface="Avenir Book" charset="0"/>
                                <a:cs typeface="Avenir Book" charset="0"/>
                              </a:rPr>
                              <m:t>𝑊</m:t>
                            </m:r>
                          </m:e>
                          <m:sub>
                            <m:r>
                              <a:rPr lang="en-US" sz="2200" i="1">
                                <a:latin typeface="Cambria Math" charset="0"/>
                                <a:ea typeface="Avenir Book" charset="0"/>
                                <a:cs typeface="Avenir Book" charset="0"/>
                              </a:rPr>
                              <m:t>𝑝</m:t>
                            </m:r>
                          </m:sub>
                        </m:sSub>
                        <m:r>
                          <a:rPr lang="en-US" sz="2200" i="1">
                            <a:latin typeface="Cambria Math" charset="0"/>
                            <a:ea typeface="Avenir Book" charset="0"/>
                            <a:cs typeface="Avenir Book" charset="0"/>
                          </a:rPr>
                          <m:t>⋅</m:t>
                        </m:r>
                        <m:r>
                          <a:rPr lang="en-US" sz="2200" i="1">
                            <a:latin typeface="Cambria Math" charset="0"/>
                            <a:ea typeface="Avenir Book" charset="0"/>
                            <a:cs typeface="Avenir Book" charset="0"/>
                          </a:rPr>
                          <m:t>𝑝𝑖𝑥𝑒</m:t>
                        </m:r>
                        <m:sSub>
                          <m:sSubPr>
                            <m:ctrlPr>
                              <a:rPr lang="en-US" sz="2200" i="1">
                                <a:latin typeface="Cambria Math" panose="02040503050406030204" pitchFamily="18" charset="0"/>
                                <a:ea typeface="Avenir Book" charset="0"/>
                                <a:cs typeface="Avenir Book" charset="0"/>
                              </a:rPr>
                            </m:ctrlPr>
                          </m:sSubPr>
                          <m:e>
                            <m:r>
                              <a:rPr lang="en-US" sz="2200" i="1">
                                <a:latin typeface="Cambria Math" charset="0"/>
                                <a:ea typeface="Avenir Book" charset="0"/>
                                <a:cs typeface="Avenir Book" charset="0"/>
                              </a:rPr>
                              <m:t>𝑙</m:t>
                            </m:r>
                          </m:e>
                          <m:sub>
                            <m:r>
                              <a:rPr lang="en-US" sz="2200" i="1">
                                <a:latin typeface="Cambria Math" charset="0"/>
                                <a:ea typeface="Avenir Book" charset="0"/>
                                <a:cs typeface="Avenir Book" charset="0"/>
                              </a:rPr>
                              <m:t>𝑝</m:t>
                            </m:r>
                          </m:sub>
                        </m:sSub>
                      </m:e>
                    </m:nary>
                  </m:oMath>
                </a14:m>
                <a:endParaRPr lang="en-US" sz="2200" dirty="0" smtClean="0">
                  <a:latin typeface="Avenir Book" charset="0"/>
                  <a:ea typeface="Avenir Book" charset="0"/>
                  <a:cs typeface="Avenir Book" charset="0"/>
                </a:endParaRPr>
              </a:p>
              <a:p>
                <a:pPr marL="342900" indent="-342900">
                  <a:buFont typeface="Arial" charset="0"/>
                  <a:buChar char="•"/>
                </a:pPr>
                <a:r>
                  <a:rPr lang="en-US" sz="2200" dirty="0">
                    <a:latin typeface="Avenir Book" charset="0"/>
                    <a:ea typeface="Avenir Book" charset="0"/>
                    <a:cs typeface="Avenir Book" charset="0"/>
                  </a:rPr>
                  <a:t>Used for traditional image processing </a:t>
                </a:r>
                <a:r>
                  <a:rPr lang="en-US" sz="2200" dirty="0" smtClean="0">
                    <a:latin typeface="Avenir Book" charset="0"/>
                    <a:ea typeface="Avenir Book" charset="0"/>
                    <a:cs typeface="Avenir Book" charset="0"/>
                  </a:rPr>
                  <a:t>techniques:</a:t>
                </a:r>
              </a:p>
              <a:p>
                <a:pPr marL="685800" lvl="1" indent="-342900">
                  <a:buFont typeface="Courier New" charset="0"/>
                  <a:buChar char="o"/>
                </a:pPr>
                <a:r>
                  <a:rPr lang="en-US" sz="2200" dirty="0" smtClean="0">
                    <a:latin typeface="Avenir Book" charset="0"/>
                    <a:ea typeface="Avenir Book" charset="0"/>
                    <a:cs typeface="Avenir Book" charset="0"/>
                  </a:rPr>
                  <a:t>Blur</a:t>
                </a:r>
              </a:p>
              <a:p>
                <a:pPr marL="685800" lvl="1" indent="-342900">
                  <a:buFont typeface="Courier New" charset="0"/>
                  <a:buChar char="o"/>
                </a:pPr>
                <a:r>
                  <a:rPr lang="en-US" sz="2200" dirty="0" smtClean="0">
                    <a:latin typeface="Avenir Book" charset="0"/>
                    <a:ea typeface="Avenir Book" charset="0"/>
                    <a:cs typeface="Avenir Book" charset="0"/>
                  </a:rPr>
                  <a:t>Sharpen</a:t>
                </a:r>
              </a:p>
              <a:p>
                <a:pPr marL="685800" lvl="1" indent="-342900">
                  <a:buFont typeface="Courier New" charset="0"/>
                  <a:buChar char="o"/>
                </a:pPr>
                <a:r>
                  <a:rPr lang="en-US" sz="2200" dirty="0" smtClean="0">
                    <a:latin typeface="Avenir Book" charset="0"/>
                    <a:ea typeface="Avenir Book" charset="0"/>
                    <a:cs typeface="Avenir Book" charset="0"/>
                  </a:rPr>
                  <a:t>Edge detection</a:t>
                </a:r>
              </a:p>
              <a:p>
                <a:pPr marL="685800" lvl="1" indent="-342900">
                  <a:buFont typeface="Courier New" charset="0"/>
                  <a:buChar char="o"/>
                </a:pPr>
                <a:r>
                  <a:rPr lang="en-US" sz="2200" dirty="0" smtClean="0">
                    <a:latin typeface="Avenir Book" charset="0"/>
                    <a:ea typeface="Avenir Book" charset="0"/>
                    <a:cs typeface="Avenir Book" charset="0"/>
                  </a:rPr>
                  <a:t>Emboss</a:t>
                </a:r>
                <a:endParaRPr lang="en-US" sz="2200" dirty="0">
                  <a:latin typeface="Avenir Book" charset="0"/>
                  <a:ea typeface="Avenir Book" charset="0"/>
                  <a:cs typeface="Avenir Book" charset="0"/>
                </a:endParaRPr>
              </a:p>
            </p:txBody>
          </p:sp>
        </mc:Choice>
        <mc:Fallback xmlns="">
          <p:sp>
            <p:nvSpPr>
              <p:cNvPr id="75" name="Rectangle 74"/>
              <p:cNvSpPr>
                <a:spLocks noRot="1" noChangeAspect="1" noMove="1" noResize="1" noEditPoints="1" noAdjustHandles="1" noChangeArrowheads="1" noChangeShapeType="1" noTextEdit="1"/>
              </p:cNvSpPr>
              <p:nvPr/>
            </p:nvSpPr>
            <p:spPr>
              <a:xfrm>
                <a:off x="398352" y="1227244"/>
                <a:ext cx="8192764" cy="3202864"/>
              </a:xfrm>
              <a:prstGeom prst="rect">
                <a:avLst/>
              </a:prstGeom>
              <a:blipFill rotWithShape="0">
                <a:blip r:embed="rId3"/>
                <a:stretch>
                  <a:fillRect l="-818" t="-1521" b="-3042"/>
                </a:stretch>
              </a:blipFill>
            </p:spPr>
            <p:txBody>
              <a:bodyPr/>
              <a:lstStyle/>
              <a:p>
                <a:r>
                  <a:rPr lang="en-US">
                    <a:noFill/>
                  </a:rPr>
                  <a:t> </a:t>
                </a:r>
              </a:p>
            </p:txBody>
          </p:sp>
        </mc:Fallback>
      </mc:AlternateContent>
    </p:spTree>
    <p:extLst>
      <p:ext uri="{BB962C8B-B14F-4D97-AF65-F5344CB8AC3E}">
        <p14:creationId xmlns:p14="http://schemas.microsoft.com/office/powerpoint/2010/main" val="113181462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Kernel: 3x3 Example</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7558" y="1762858"/>
            <a:ext cx="1485900" cy="148590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56734" y="1762858"/>
            <a:ext cx="1485900" cy="1485900"/>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53858" y="1762858"/>
            <a:ext cx="1485900" cy="1485900"/>
          </a:xfrm>
          <a:prstGeom prst="rect">
            <a:avLst/>
          </a:prstGeom>
        </p:spPr>
      </p:pic>
      <p:sp>
        <p:nvSpPr>
          <p:cNvPr id="7" name="TextBox 6"/>
          <p:cNvSpPr txBox="1"/>
          <p:nvPr/>
        </p:nvSpPr>
        <p:spPr>
          <a:xfrm>
            <a:off x="1744089" y="1417398"/>
            <a:ext cx="599844" cy="307777"/>
          </a:xfrm>
          <a:prstGeom prst="rect">
            <a:avLst/>
          </a:prstGeom>
          <a:noFill/>
        </p:spPr>
        <p:txBody>
          <a:bodyPr wrap="none" rtlCol="0">
            <a:spAutoFit/>
          </a:bodyPr>
          <a:lstStyle/>
          <a:p>
            <a:r>
              <a:rPr lang="en-US" dirty="0">
                <a:latin typeface="Avenir Book" charset="0"/>
                <a:ea typeface="Avenir Book" charset="0"/>
                <a:cs typeface="Avenir Book" charset="0"/>
              </a:rPr>
              <a:t>Input</a:t>
            </a:r>
          </a:p>
        </p:txBody>
      </p:sp>
      <p:sp>
        <p:nvSpPr>
          <p:cNvPr id="8" name="TextBox 7"/>
          <p:cNvSpPr txBox="1"/>
          <p:nvPr/>
        </p:nvSpPr>
        <p:spPr>
          <a:xfrm>
            <a:off x="3896459" y="1417398"/>
            <a:ext cx="699230" cy="307777"/>
          </a:xfrm>
          <a:prstGeom prst="rect">
            <a:avLst/>
          </a:prstGeom>
          <a:noFill/>
        </p:spPr>
        <p:txBody>
          <a:bodyPr wrap="none" rtlCol="0">
            <a:spAutoFit/>
          </a:bodyPr>
          <a:lstStyle/>
          <a:p>
            <a:r>
              <a:rPr lang="en-US" dirty="0">
                <a:latin typeface="Avenir Book" charset="0"/>
                <a:ea typeface="Avenir Book" charset="0"/>
                <a:cs typeface="Avenir Book" charset="0"/>
              </a:rPr>
              <a:t>Kernel</a:t>
            </a:r>
          </a:p>
        </p:txBody>
      </p:sp>
      <p:sp>
        <p:nvSpPr>
          <p:cNvPr id="9" name="TextBox 8"/>
          <p:cNvSpPr txBox="1"/>
          <p:nvPr/>
        </p:nvSpPr>
        <p:spPr>
          <a:xfrm>
            <a:off x="6348173" y="1417398"/>
            <a:ext cx="760144" cy="307777"/>
          </a:xfrm>
          <a:prstGeom prst="rect">
            <a:avLst/>
          </a:prstGeom>
          <a:noFill/>
        </p:spPr>
        <p:txBody>
          <a:bodyPr wrap="none" rtlCol="0">
            <a:spAutoFit/>
          </a:bodyPr>
          <a:lstStyle/>
          <a:p>
            <a:r>
              <a:rPr lang="en-US" dirty="0">
                <a:latin typeface="Avenir Book" charset="0"/>
                <a:ea typeface="Avenir Book" charset="0"/>
                <a:cs typeface="Avenir Book" charset="0"/>
              </a:rPr>
              <a:t>Output</a:t>
            </a:r>
          </a:p>
        </p:txBody>
      </p:sp>
      <p:sp>
        <p:nvSpPr>
          <p:cNvPr id="10" name="TextBox 9"/>
          <p:cNvSpPr txBox="1"/>
          <p:nvPr/>
        </p:nvSpPr>
        <p:spPr>
          <a:xfrm>
            <a:off x="1407478" y="1857897"/>
            <a:ext cx="311304" cy="369332"/>
          </a:xfrm>
          <a:prstGeom prst="rect">
            <a:avLst/>
          </a:prstGeom>
          <a:noFill/>
        </p:spPr>
        <p:txBody>
          <a:bodyPr wrap="none" rtlCol="0">
            <a:spAutoFit/>
          </a:bodyPr>
          <a:lstStyle/>
          <a:p>
            <a:r>
              <a:rPr lang="en-US" sz="1800" dirty="0">
                <a:latin typeface="Consolas" charset="0"/>
                <a:ea typeface="Consolas" charset="0"/>
                <a:cs typeface="Consolas" charset="0"/>
              </a:rPr>
              <a:t>3</a:t>
            </a:r>
          </a:p>
        </p:txBody>
      </p:sp>
      <p:sp>
        <p:nvSpPr>
          <p:cNvPr id="11" name="TextBox 10"/>
          <p:cNvSpPr txBox="1"/>
          <p:nvPr/>
        </p:nvSpPr>
        <p:spPr>
          <a:xfrm>
            <a:off x="1877538" y="1857897"/>
            <a:ext cx="311304" cy="369332"/>
          </a:xfrm>
          <a:prstGeom prst="rect">
            <a:avLst/>
          </a:prstGeom>
          <a:noFill/>
        </p:spPr>
        <p:txBody>
          <a:bodyPr wrap="none" rtlCol="0">
            <a:spAutoFit/>
          </a:bodyPr>
          <a:lstStyle/>
          <a:p>
            <a:r>
              <a:rPr lang="en-US" sz="1800" dirty="0">
                <a:latin typeface="Consolas" charset="0"/>
                <a:ea typeface="Consolas" charset="0"/>
                <a:cs typeface="Consolas" charset="0"/>
              </a:rPr>
              <a:t>2</a:t>
            </a:r>
          </a:p>
        </p:txBody>
      </p:sp>
      <p:sp>
        <p:nvSpPr>
          <p:cNvPr id="12" name="TextBox 11"/>
          <p:cNvSpPr txBox="1"/>
          <p:nvPr/>
        </p:nvSpPr>
        <p:spPr>
          <a:xfrm>
            <a:off x="2353408" y="1857897"/>
            <a:ext cx="311304" cy="369332"/>
          </a:xfrm>
          <a:prstGeom prst="rect">
            <a:avLst/>
          </a:prstGeom>
          <a:noFill/>
        </p:spPr>
        <p:txBody>
          <a:bodyPr wrap="none" rtlCol="0">
            <a:spAutoFit/>
          </a:bodyPr>
          <a:lstStyle/>
          <a:p>
            <a:r>
              <a:rPr lang="en-US" sz="1800" dirty="0">
                <a:latin typeface="Consolas" charset="0"/>
                <a:ea typeface="Consolas" charset="0"/>
                <a:cs typeface="Consolas" charset="0"/>
              </a:rPr>
              <a:t>1</a:t>
            </a:r>
          </a:p>
        </p:txBody>
      </p:sp>
      <p:sp>
        <p:nvSpPr>
          <p:cNvPr id="13" name="TextBox 12"/>
          <p:cNvSpPr txBox="1"/>
          <p:nvPr/>
        </p:nvSpPr>
        <p:spPr>
          <a:xfrm>
            <a:off x="1407478" y="2332683"/>
            <a:ext cx="311304" cy="369332"/>
          </a:xfrm>
          <a:prstGeom prst="rect">
            <a:avLst/>
          </a:prstGeom>
          <a:noFill/>
        </p:spPr>
        <p:txBody>
          <a:bodyPr wrap="none" rtlCol="0">
            <a:spAutoFit/>
          </a:bodyPr>
          <a:lstStyle/>
          <a:p>
            <a:r>
              <a:rPr lang="en-US" sz="1800" dirty="0">
                <a:latin typeface="Consolas" charset="0"/>
                <a:ea typeface="Consolas" charset="0"/>
                <a:cs typeface="Consolas" charset="0"/>
              </a:rPr>
              <a:t>1</a:t>
            </a:r>
          </a:p>
        </p:txBody>
      </p:sp>
      <p:sp>
        <p:nvSpPr>
          <p:cNvPr id="14" name="TextBox 13"/>
          <p:cNvSpPr txBox="1"/>
          <p:nvPr/>
        </p:nvSpPr>
        <p:spPr>
          <a:xfrm>
            <a:off x="1877538" y="2332683"/>
            <a:ext cx="311304" cy="369332"/>
          </a:xfrm>
          <a:prstGeom prst="rect">
            <a:avLst/>
          </a:prstGeom>
          <a:noFill/>
        </p:spPr>
        <p:txBody>
          <a:bodyPr wrap="none" rtlCol="0">
            <a:spAutoFit/>
          </a:bodyPr>
          <a:lstStyle/>
          <a:p>
            <a:r>
              <a:rPr lang="en-US" sz="1800" dirty="0">
                <a:latin typeface="Consolas" charset="0"/>
                <a:ea typeface="Consolas" charset="0"/>
                <a:cs typeface="Consolas" charset="0"/>
              </a:rPr>
              <a:t>2</a:t>
            </a:r>
          </a:p>
        </p:txBody>
      </p:sp>
      <p:sp>
        <p:nvSpPr>
          <p:cNvPr id="15" name="TextBox 14"/>
          <p:cNvSpPr txBox="1"/>
          <p:nvPr/>
        </p:nvSpPr>
        <p:spPr>
          <a:xfrm>
            <a:off x="2353408" y="2332683"/>
            <a:ext cx="311304" cy="369332"/>
          </a:xfrm>
          <a:prstGeom prst="rect">
            <a:avLst/>
          </a:prstGeom>
          <a:noFill/>
        </p:spPr>
        <p:txBody>
          <a:bodyPr wrap="none" rtlCol="0">
            <a:spAutoFit/>
          </a:bodyPr>
          <a:lstStyle/>
          <a:p>
            <a:r>
              <a:rPr lang="en-US" sz="1800" dirty="0">
                <a:latin typeface="Consolas" charset="0"/>
                <a:ea typeface="Consolas" charset="0"/>
                <a:cs typeface="Consolas" charset="0"/>
              </a:rPr>
              <a:t>3</a:t>
            </a:r>
          </a:p>
        </p:txBody>
      </p:sp>
      <p:sp>
        <p:nvSpPr>
          <p:cNvPr id="16" name="TextBox 15"/>
          <p:cNvSpPr txBox="1"/>
          <p:nvPr/>
        </p:nvSpPr>
        <p:spPr>
          <a:xfrm>
            <a:off x="1407478" y="2811931"/>
            <a:ext cx="311304" cy="369332"/>
          </a:xfrm>
          <a:prstGeom prst="rect">
            <a:avLst/>
          </a:prstGeom>
          <a:noFill/>
        </p:spPr>
        <p:txBody>
          <a:bodyPr wrap="none" rtlCol="0">
            <a:spAutoFit/>
          </a:bodyPr>
          <a:lstStyle/>
          <a:p>
            <a:r>
              <a:rPr lang="en-US" sz="1800" dirty="0">
                <a:latin typeface="Consolas" charset="0"/>
                <a:ea typeface="Consolas" charset="0"/>
                <a:cs typeface="Consolas" charset="0"/>
              </a:rPr>
              <a:t>1</a:t>
            </a:r>
          </a:p>
        </p:txBody>
      </p:sp>
      <p:sp>
        <p:nvSpPr>
          <p:cNvPr id="17" name="TextBox 16"/>
          <p:cNvSpPr txBox="1"/>
          <p:nvPr/>
        </p:nvSpPr>
        <p:spPr>
          <a:xfrm>
            <a:off x="1877538" y="2811931"/>
            <a:ext cx="311304" cy="369332"/>
          </a:xfrm>
          <a:prstGeom prst="rect">
            <a:avLst/>
          </a:prstGeom>
          <a:noFill/>
        </p:spPr>
        <p:txBody>
          <a:bodyPr wrap="none" rtlCol="0">
            <a:spAutoFit/>
          </a:bodyPr>
          <a:lstStyle/>
          <a:p>
            <a:r>
              <a:rPr lang="en-US" sz="1800" dirty="0">
                <a:latin typeface="Consolas" charset="0"/>
                <a:ea typeface="Consolas" charset="0"/>
                <a:cs typeface="Consolas" charset="0"/>
              </a:rPr>
              <a:t>1</a:t>
            </a:r>
          </a:p>
        </p:txBody>
      </p:sp>
      <p:sp>
        <p:nvSpPr>
          <p:cNvPr id="18" name="TextBox 17"/>
          <p:cNvSpPr txBox="1"/>
          <p:nvPr/>
        </p:nvSpPr>
        <p:spPr>
          <a:xfrm>
            <a:off x="2353408" y="2811931"/>
            <a:ext cx="311304" cy="369332"/>
          </a:xfrm>
          <a:prstGeom prst="rect">
            <a:avLst/>
          </a:prstGeom>
          <a:noFill/>
        </p:spPr>
        <p:txBody>
          <a:bodyPr wrap="none" rtlCol="0">
            <a:spAutoFit/>
          </a:bodyPr>
          <a:lstStyle/>
          <a:p>
            <a:r>
              <a:rPr lang="en-US" sz="1800" dirty="0">
                <a:latin typeface="Consolas" charset="0"/>
                <a:ea typeface="Consolas" charset="0"/>
                <a:cs typeface="Consolas" charset="0"/>
              </a:rPr>
              <a:t>1</a:t>
            </a:r>
          </a:p>
        </p:txBody>
      </p:sp>
      <p:sp>
        <p:nvSpPr>
          <p:cNvPr id="19" name="TextBox 18"/>
          <p:cNvSpPr txBox="1"/>
          <p:nvPr/>
        </p:nvSpPr>
        <p:spPr>
          <a:xfrm>
            <a:off x="3496408" y="1857897"/>
            <a:ext cx="437940" cy="369332"/>
          </a:xfrm>
          <a:prstGeom prst="rect">
            <a:avLst/>
          </a:prstGeom>
          <a:noFill/>
        </p:spPr>
        <p:txBody>
          <a:bodyPr wrap="none" rtlCol="0">
            <a:spAutoFit/>
          </a:bodyPr>
          <a:lstStyle/>
          <a:p>
            <a:r>
              <a:rPr lang="en-US" sz="1800" dirty="0">
                <a:latin typeface="Consolas" charset="0"/>
                <a:ea typeface="Consolas" charset="0"/>
                <a:cs typeface="Consolas" charset="0"/>
              </a:rPr>
              <a:t>-1</a:t>
            </a:r>
          </a:p>
        </p:txBody>
      </p:sp>
      <p:sp>
        <p:nvSpPr>
          <p:cNvPr id="20" name="TextBox 19"/>
          <p:cNvSpPr txBox="1"/>
          <p:nvPr/>
        </p:nvSpPr>
        <p:spPr>
          <a:xfrm>
            <a:off x="4069050" y="1857897"/>
            <a:ext cx="311304" cy="369332"/>
          </a:xfrm>
          <a:prstGeom prst="rect">
            <a:avLst/>
          </a:prstGeom>
          <a:noFill/>
        </p:spPr>
        <p:txBody>
          <a:bodyPr wrap="none" rtlCol="0">
            <a:spAutoFit/>
          </a:bodyPr>
          <a:lstStyle/>
          <a:p>
            <a:r>
              <a:rPr lang="en-US" sz="1800" dirty="0">
                <a:latin typeface="Consolas" charset="0"/>
                <a:ea typeface="Consolas" charset="0"/>
                <a:cs typeface="Consolas" charset="0"/>
              </a:rPr>
              <a:t>0</a:t>
            </a:r>
          </a:p>
        </p:txBody>
      </p:sp>
      <p:sp>
        <p:nvSpPr>
          <p:cNvPr id="21" name="TextBox 20"/>
          <p:cNvSpPr txBox="1"/>
          <p:nvPr/>
        </p:nvSpPr>
        <p:spPr>
          <a:xfrm>
            <a:off x="4544920" y="1857897"/>
            <a:ext cx="311304" cy="369332"/>
          </a:xfrm>
          <a:prstGeom prst="rect">
            <a:avLst/>
          </a:prstGeom>
          <a:noFill/>
        </p:spPr>
        <p:txBody>
          <a:bodyPr wrap="none" rtlCol="0">
            <a:spAutoFit/>
          </a:bodyPr>
          <a:lstStyle/>
          <a:p>
            <a:r>
              <a:rPr lang="en-US" sz="1800" dirty="0">
                <a:latin typeface="Consolas" charset="0"/>
                <a:ea typeface="Consolas" charset="0"/>
                <a:cs typeface="Consolas" charset="0"/>
              </a:rPr>
              <a:t>1</a:t>
            </a:r>
          </a:p>
        </p:txBody>
      </p:sp>
      <p:sp>
        <p:nvSpPr>
          <p:cNvPr id="22" name="TextBox 21"/>
          <p:cNvSpPr txBox="1"/>
          <p:nvPr/>
        </p:nvSpPr>
        <p:spPr>
          <a:xfrm>
            <a:off x="3496408" y="2332683"/>
            <a:ext cx="437940" cy="369332"/>
          </a:xfrm>
          <a:prstGeom prst="rect">
            <a:avLst/>
          </a:prstGeom>
          <a:noFill/>
        </p:spPr>
        <p:txBody>
          <a:bodyPr wrap="none" rtlCol="0">
            <a:spAutoFit/>
          </a:bodyPr>
          <a:lstStyle/>
          <a:p>
            <a:r>
              <a:rPr lang="en-US" sz="1800" dirty="0">
                <a:latin typeface="Consolas" charset="0"/>
                <a:ea typeface="Consolas" charset="0"/>
                <a:cs typeface="Consolas" charset="0"/>
              </a:rPr>
              <a:t>-2</a:t>
            </a:r>
          </a:p>
        </p:txBody>
      </p:sp>
      <p:sp>
        <p:nvSpPr>
          <p:cNvPr id="23" name="TextBox 22"/>
          <p:cNvSpPr txBox="1"/>
          <p:nvPr/>
        </p:nvSpPr>
        <p:spPr>
          <a:xfrm>
            <a:off x="4069050" y="2332683"/>
            <a:ext cx="311304" cy="369332"/>
          </a:xfrm>
          <a:prstGeom prst="rect">
            <a:avLst/>
          </a:prstGeom>
          <a:noFill/>
        </p:spPr>
        <p:txBody>
          <a:bodyPr wrap="none" rtlCol="0">
            <a:spAutoFit/>
          </a:bodyPr>
          <a:lstStyle/>
          <a:p>
            <a:r>
              <a:rPr lang="en-US" sz="1800" dirty="0">
                <a:latin typeface="Consolas" charset="0"/>
                <a:ea typeface="Consolas" charset="0"/>
                <a:cs typeface="Consolas" charset="0"/>
              </a:rPr>
              <a:t>0</a:t>
            </a:r>
          </a:p>
        </p:txBody>
      </p:sp>
      <p:sp>
        <p:nvSpPr>
          <p:cNvPr id="24" name="TextBox 23"/>
          <p:cNvSpPr txBox="1"/>
          <p:nvPr/>
        </p:nvSpPr>
        <p:spPr>
          <a:xfrm>
            <a:off x="4544920" y="2332683"/>
            <a:ext cx="311304" cy="369332"/>
          </a:xfrm>
          <a:prstGeom prst="rect">
            <a:avLst/>
          </a:prstGeom>
          <a:noFill/>
        </p:spPr>
        <p:txBody>
          <a:bodyPr wrap="none" rtlCol="0">
            <a:spAutoFit/>
          </a:bodyPr>
          <a:lstStyle/>
          <a:p>
            <a:r>
              <a:rPr lang="en-US" sz="1800" dirty="0">
                <a:latin typeface="Consolas" charset="0"/>
                <a:ea typeface="Consolas" charset="0"/>
                <a:cs typeface="Consolas" charset="0"/>
              </a:rPr>
              <a:t>2</a:t>
            </a:r>
          </a:p>
        </p:txBody>
      </p:sp>
      <p:sp>
        <p:nvSpPr>
          <p:cNvPr id="25" name="TextBox 24"/>
          <p:cNvSpPr txBox="1"/>
          <p:nvPr/>
        </p:nvSpPr>
        <p:spPr>
          <a:xfrm>
            <a:off x="3496408" y="2811931"/>
            <a:ext cx="437940" cy="369332"/>
          </a:xfrm>
          <a:prstGeom prst="rect">
            <a:avLst/>
          </a:prstGeom>
          <a:noFill/>
        </p:spPr>
        <p:txBody>
          <a:bodyPr wrap="none" rtlCol="0">
            <a:spAutoFit/>
          </a:bodyPr>
          <a:lstStyle/>
          <a:p>
            <a:r>
              <a:rPr lang="en-US" sz="1800" dirty="0">
                <a:latin typeface="Consolas" charset="0"/>
                <a:ea typeface="Consolas" charset="0"/>
                <a:cs typeface="Consolas" charset="0"/>
              </a:rPr>
              <a:t>-1</a:t>
            </a:r>
          </a:p>
        </p:txBody>
      </p:sp>
      <p:sp>
        <p:nvSpPr>
          <p:cNvPr id="26" name="TextBox 25"/>
          <p:cNvSpPr txBox="1"/>
          <p:nvPr/>
        </p:nvSpPr>
        <p:spPr>
          <a:xfrm>
            <a:off x="4069050" y="2811931"/>
            <a:ext cx="311304" cy="369332"/>
          </a:xfrm>
          <a:prstGeom prst="rect">
            <a:avLst/>
          </a:prstGeom>
          <a:noFill/>
        </p:spPr>
        <p:txBody>
          <a:bodyPr wrap="none" rtlCol="0">
            <a:spAutoFit/>
          </a:bodyPr>
          <a:lstStyle/>
          <a:p>
            <a:r>
              <a:rPr lang="en-US" sz="1800" dirty="0">
                <a:latin typeface="Consolas" charset="0"/>
                <a:ea typeface="Consolas" charset="0"/>
                <a:cs typeface="Consolas" charset="0"/>
              </a:rPr>
              <a:t>0</a:t>
            </a:r>
          </a:p>
        </p:txBody>
      </p:sp>
      <p:sp>
        <p:nvSpPr>
          <p:cNvPr id="27" name="TextBox 26"/>
          <p:cNvSpPr txBox="1"/>
          <p:nvPr/>
        </p:nvSpPr>
        <p:spPr>
          <a:xfrm>
            <a:off x="4544920" y="2811931"/>
            <a:ext cx="311304" cy="369332"/>
          </a:xfrm>
          <a:prstGeom prst="rect">
            <a:avLst/>
          </a:prstGeom>
          <a:noFill/>
        </p:spPr>
        <p:txBody>
          <a:bodyPr wrap="none" rtlCol="0">
            <a:spAutoFit/>
          </a:bodyPr>
          <a:lstStyle/>
          <a:p>
            <a:r>
              <a:rPr lang="en-US" sz="1800" dirty="0">
                <a:latin typeface="Consolas" charset="0"/>
                <a:ea typeface="Consolas" charset="0"/>
                <a:cs typeface="Consolas" charset="0"/>
              </a:rPr>
              <a:t>1</a:t>
            </a:r>
          </a:p>
        </p:txBody>
      </p:sp>
    </p:spTree>
    <p:extLst>
      <p:ext uri="{BB962C8B-B14F-4D97-AF65-F5344CB8AC3E}">
        <p14:creationId xmlns:p14="http://schemas.microsoft.com/office/powerpoint/2010/main" val="369746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a:latin typeface="Avenir Book" charset="0"/>
                <a:ea typeface="Avenir Book" charset="0"/>
                <a:cs typeface="Avenir Book" charset="0"/>
              </a:rPr>
              <a:t>Kernel: 3x3 Example</a:t>
            </a:r>
          </a:p>
        </p:txBody>
      </p:sp>
      <p:grpSp>
        <p:nvGrpSpPr>
          <p:cNvPr id="6" name="Group 5"/>
          <p:cNvGrpSpPr/>
          <p:nvPr/>
        </p:nvGrpSpPr>
        <p:grpSpPr>
          <a:xfrm>
            <a:off x="2332892" y="1633925"/>
            <a:ext cx="1728971" cy="1614833"/>
            <a:chOff x="2360612" y="2037890"/>
            <a:chExt cx="2305294" cy="2153110"/>
          </a:xfrm>
        </p:grpSpPr>
        <p:cxnSp>
          <p:nvCxnSpPr>
            <p:cNvPr id="7" name="Straight Connector 6"/>
            <p:cNvCxnSpPr/>
            <p:nvPr/>
          </p:nvCxnSpPr>
          <p:spPr>
            <a:xfrm flipH="1">
              <a:off x="4303021" y="2110782"/>
              <a:ext cx="310954" cy="148865"/>
            </a:xfrm>
            <a:prstGeom prst="line">
              <a:avLst/>
            </a:prstGeom>
            <a:ln w="38100">
              <a:solidFill>
                <a:srgbClr val="FF0000"/>
              </a:solidFill>
              <a:prstDash val="sysDot"/>
            </a:ln>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0612" y="2209800"/>
              <a:ext cx="1981200" cy="1981200"/>
            </a:xfrm>
            <a:prstGeom prst="rect">
              <a:avLst/>
            </a:prstGeom>
          </p:spPr>
        </p:pic>
        <p:sp>
          <p:nvSpPr>
            <p:cNvPr id="9" name="TextBox 8"/>
            <p:cNvSpPr txBox="1"/>
            <p:nvPr/>
          </p:nvSpPr>
          <p:spPr>
            <a:xfrm>
              <a:off x="2547172" y="2336519"/>
              <a:ext cx="415072" cy="492443"/>
            </a:xfrm>
            <a:prstGeom prst="rect">
              <a:avLst/>
            </a:prstGeom>
            <a:noFill/>
          </p:spPr>
          <p:txBody>
            <a:bodyPr wrap="none" rtlCol="0">
              <a:spAutoFit/>
            </a:bodyPr>
            <a:lstStyle/>
            <a:p>
              <a:r>
                <a:rPr lang="en-US" sz="1800" dirty="0">
                  <a:latin typeface="Consolas" charset="0"/>
                  <a:ea typeface="Consolas" charset="0"/>
                  <a:cs typeface="Consolas" charset="0"/>
                </a:rPr>
                <a:t>3</a:t>
              </a:r>
            </a:p>
          </p:txBody>
        </p:sp>
        <p:sp>
          <p:nvSpPr>
            <p:cNvPr id="10" name="TextBox 9"/>
            <p:cNvSpPr txBox="1"/>
            <p:nvPr/>
          </p:nvSpPr>
          <p:spPr>
            <a:xfrm>
              <a:off x="3173918" y="2336519"/>
              <a:ext cx="415072" cy="492443"/>
            </a:xfrm>
            <a:prstGeom prst="rect">
              <a:avLst/>
            </a:prstGeom>
            <a:noFill/>
          </p:spPr>
          <p:txBody>
            <a:bodyPr wrap="none" rtlCol="0">
              <a:spAutoFit/>
            </a:bodyPr>
            <a:lstStyle/>
            <a:p>
              <a:r>
                <a:rPr lang="en-US" sz="1800" dirty="0">
                  <a:latin typeface="Consolas" charset="0"/>
                  <a:ea typeface="Consolas" charset="0"/>
                  <a:cs typeface="Consolas" charset="0"/>
                </a:rPr>
                <a:t>2</a:t>
              </a:r>
            </a:p>
          </p:txBody>
        </p:sp>
        <p:sp>
          <p:nvSpPr>
            <p:cNvPr id="11" name="TextBox 10"/>
            <p:cNvSpPr txBox="1"/>
            <p:nvPr/>
          </p:nvSpPr>
          <p:spPr>
            <a:xfrm>
              <a:off x="3808412" y="2336519"/>
              <a:ext cx="415072" cy="492443"/>
            </a:xfrm>
            <a:prstGeom prst="rect">
              <a:avLst/>
            </a:prstGeom>
            <a:noFill/>
          </p:spPr>
          <p:txBody>
            <a:bodyPr wrap="none" rtlCol="0">
              <a:spAutoFit/>
            </a:bodyPr>
            <a:lstStyle/>
            <a:p>
              <a:r>
                <a:rPr lang="en-US" sz="1800" dirty="0">
                  <a:latin typeface="Consolas" charset="0"/>
                  <a:ea typeface="Consolas" charset="0"/>
                  <a:cs typeface="Consolas" charset="0"/>
                </a:rPr>
                <a:t>1</a:t>
              </a:r>
            </a:p>
          </p:txBody>
        </p:sp>
        <p:sp>
          <p:nvSpPr>
            <p:cNvPr id="12" name="TextBox 11"/>
            <p:cNvSpPr txBox="1"/>
            <p:nvPr/>
          </p:nvSpPr>
          <p:spPr>
            <a:xfrm>
              <a:off x="2547172" y="2969567"/>
              <a:ext cx="415072" cy="492443"/>
            </a:xfrm>
            <a:prstGeom prst="rect">
              <a:avLst/>
            </a:prstGeom>
            <a:noFill/>
          </p:spPr>
          <p:txBody>
            <a:bodyPr wrap="none" rtlCol="0">
              <a:spAutoFit/>
            </a:bodyPr>
            <a:lstStyle/>
            <a:p>
              <a:r>
                <a:rPr lang="en-US" sz="1800" dirty="0">
                  <a:latin typeface="Consolas" charset="0"/>
                  <a:ea typeface="Consolas" charset="0"/>
                  <a:cs typeface="Consolas" charset="0"/>
                </a:rPr>
                <a:t>1</a:t>
              </a:r>
            </a:p>
          </p:txBody>
        </p:sp>
        <p:sp>
          <p:nvSpPr>
            <p:cNvPr id="13" name="TextBox 12"/>
            <p:cNvSpPr txBox="1"/>
            <p:nvPr/>
          </p:nvSpPr>
          <p:spPr>
            <a:xfrm>
              <a:off x="3173918" y="2969567"/>
              <a:ext cx="415072" cy="492443"/>
            </a:xfrm>
            <a:prstGeom prst="rect">
              <a:avLst/>
            </a:prstGeom>
            <a:noFill/>
          </p:spPr>
          <p:txBody>
            <a:bodyPr wrap="none" rtlCol="0">
              <a:spAutoFit/>
            </a:bodyPr>
            <a:lstStyle/>
            <a:p>
              <a:r>
                <a:rPr lang="en-US" sz="1800" dirty="0">
                  <a:latin typeface="Consolas" charset="0"/>
                  <a:ea typeface="Consolas" charset="0"/>
                  <a:cs typeface="Consolas" charset="0"/>
                </a:rPr>
                <a:t>2</a:t>
              </a:r>
            </a:p>
          </p:txBody>
        </p:sp>
        <p:sp>
          <p:nvSpPr>
            <p:cNvPr id="14" name="TextBox 13"/>
            <p:cNvSpPr txBox="1"/>
            <p:nvPr/>
          </p:nvSpPr>
          <p:spPr>
            <a:xfrm>
              <a:off x="3808412" y="2969567"/>
              <a:ext cx="415072" cy="492443"/>
            </a:xfrm>
            <a:prstGeom prst="rect">
              <a:avLst/>
            </a:prstGeom>
            <a:noFill/>
          </p:spPr>
          <p:txBody>
            <a:bodyPr wrap="none" rtlCol="0">
              <a:spAutoFit/>
            </a:bodyPr>
            <a:lstStyle/>
            <a:p>
              <a:r>
                <a:rPr lang="en-US" sz="1800" dirty="0">
                  <a:latin typeface="Consolas" charset="0"/>
                  <a:ea typeface="Consolas" charset="0"/>
                  <a:cs typeface="Consolas" charset="0"/>
                </a:rPr>
                <a:t>3</a:t>
              </a:r>
            </a:p>
          </p:txBody>
        </p:sp>
        <p:sp>
          <p:nvSpPr>
            <p:cNvPr id="15" name="TextBox 14"/>
            <p:cNvSpPr txBox="1"/>
            <p:nvPr/>
          </p:nvSpPr>
          <p:spPr>
            <a:xfrm>
              <a:off x="2547172" y="3608564"/>
              <a:ext cx="415072" cy="492443"/>
            </a:xfrm>
            <a:prstGeom prst="rect">
              <a:avLst/>
            </a:prstGeom>
            <a:noFill/>
          </p:spPr>
          <p:txBody>
            <a:bodyPr wrap="none" rtlCol="0">
              <a:spAutoFit/>
            </a:bodyPr>
            <a:lstStyle/>
            <a:p>
              <a:r>
                <a:rPr lang="en-US" sz="1800" dirty="0">
                  <a:latin typeface="Consolas" charset="0"/>
                  <a:ea typeface="Consolas" charset="0"/>
                  <a:cs typeface="Consolas" charset="0"/>
                </a:rPr>
                <a:t>1</a:t>
              </a:r>
            </a:p>
          </p:txBody>
        </p:sp>
        <p:sp>
          <p:nvSpPr>
            <p:cNvPr id="16" name="TextBox 15"/>
            <p:cNvSpPr txBox="1"/>
            <p:nvPr/>
          </p:nvSpPr>
          <p:spPr>
            <a:xfrm>
              <a:off x="3173918" y="3608564"/>
              <a:ext cx="415072" cy="492443"/>
            </a:xfrm>
            <a:prstGeom prst="rect">
              <a:avLst/>
            </a:prstGeom>
            <a:noFill/>
          </p:spPr>
          <p:txBody>
            <a:bodyPr wrap="none" rtlCol="0">
              <a:spAutoFit/>
            </a:bodyPr>
            <a:lstStyle/>
            <a:p>
              <a:r>
                <a:rPr lang="en-US" sz="1800" dirty="0">
                  <a:latin typeface="Consolas" charset="0"/>
                  <a:ea typeface="Consolas" charset="0"/>
                  <a:cs typeface="Consolas" charset="0"/>
                </a:rPr>
                <a:t>1</a:t>
              </a:r>
            </a:p>
          </p:txBody>
        </p:sp>
        <p:sp>
          <p:nvSpPr>
            <p:cNvPr id="17" name="TextBox 16"/>
            <p:cNvSpPr txBox="1"/>
            <p:nvPr/>
          </p:nvSpPr>
          <p:spPr>
            <a:xfrm>
              <a:off x="3808412" y="3608564"/>
              <a:ext cx="415072" cy="492443"/>
            </a:xfrm>
            <a:prstGeom prst="rect">
              <a:avLst/>
            </a:prstGeom>
            <a:noFill/>
          </p:spPr>
          <p:txBody>
            <a:bodyPr wrap="none" rtlCol="0">
              <a:spAutoFit/>
            </a:bodyPr>
            <a:lstStyle/>
            <a:p>
              <a:r>
                <a:rPr lang="en-US" sz="1800" dirty="0">
                  <a:latin typeface="Consolas" charset="0"/>
                  <a:ea typeface="Consolas" charset="0"/>
                  <a:cs typeface="Consolas" charset="0"/>
                </a:rPr>
                <a:t>1</a:t>
              </a:r>
            </a:p>
          </p:txBody>
        </p:sp>
        <p:grpSp>
          <p:nvGrpSpPr>
            <p:cNvPr id="18" name="Group 17"/>
            <p:cNvGrpSpPr/>
            <p:nvPr/>
          </p:nvGrpSpPr>
          <p:grpSpPr>
            <a:xfrm>
              <a:off x="2684706" y="2037890"/>
              <a:ext cx="1981200" cy="1981200"/>
              <a:chOff x="4722812" y="1930751"/>
              <a:chExt cx="1981200" cy="1981200"/>
            </a:xfrm>
          </p:grpSpPr>
          <p:pic>
            <p:nvPicPr>
              <p:cNvPr id="22" name="Pictur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22812" y="1930751"/>
                <a:ext cx="1981200" cy="1981200"/>
              </a:xfrm>
              <a:prstGeom prst="rect">
                <a:avLst/>
              </a:prstGeom>
              <a:solidFill>
                <a:schemeClr val="bg1">
                  <a:alpha val="79000"/>
                </a:schemeClr>
              </a:solidFill>
            </p:spPr>
          </p:pic>
          <p:sp>
            <p:nvSpPr>
              <p:cNvPr id="23" name="TextBox 22"/>
              <p:cNvSpPr txBox="1"/>
              <p:nvPr/>
            </p:nvSpPr>
            <p:spPr>
              <a:xfrm>
                <a:off x="4775711" y="2057470"/>
                <a:ext cx="583920" cy="492443"/>
              </a:xfrm>
              <a:prstGeom prst="rect">
                <a:avLst/>
              </a:prstGeom>
              <a:noFill/>
            </p:spPr>
            <p:txBody>
              <a:bodyPr wrap="none" rtlCol="0">
                <a:spAutoFit/>
              </a:bodyPr>
              <a:lstStyle/>
              <a:p>
                <a:r>
                  <a:rPr lang="en-US" sz="1800" dirty="0">
                    <a:latin typeface="Consolas" charset="0"/>
                    <a:ea typeface="Consolas" charset="0"/>
                    <a:cs typeface="Consolas" charset="0"/>
                  </a:rPr>
                  <a:t>-1</a:t>
                </a:r>
              </a:p>
            </p:txBody>
          </p:sp>
          <p:sp>
            <p:nvSpPr>
              <p:cNvPr id="24" name="TextBox 23"/>
              <p:cNvSpPr txBox="1"/>
              <p:nvPr/>
            </p:nvSpPr>
            <p:spPr>
              <a:xfrm>
                <a:off x="5539235" y="2057470"/>
                <a:ext cx="415072" cy="492443"/>
              </a:xfrm>
              <a:prstGeom prst="rect">
                <a:avLst/>
              </a:prstGeom>
              <a:noFill/>
            </p:spPr>
            <p:txBody>
              <a:bodyPr wrap="none" rtlCol="0">
                <a:spAutoFit/>
              </a:bodyPr>
              <a:lstStyle/>
              <a:p>
                <a:r>
                  <a:rPr lang="en-US" sz="1800" dirty="0">
                    <a:latin typeface="Consolas" charset="0"/>
                    <a:ea typeface="Consolas" charset="0"/>
                    <a:cs typeface="Consolas" charset="0"/>
                  </a:rPr>
                  <a:t>0</a:t>
                </a:r>
              </a:p>
            </p:txBody>
          </p:sp>
          <p:sp>
            <p:nvSpPr>
              <p:cNvPr id="25" name="TextBox 24"/>
              <p:cNvSpPr txBox="1"/>
              <p:nvPr/>
            </p:nvSpPr>
            <p:spPr>
              <a:xfrm>
                <a:off x="6173727" y="2057470"/>
                <a:ext cx="415072" cy="492443"/>
              </a:xfrm>
              <a:prstGeom prst="rect">
                <a:avLst/>
              </a:prstGeom>
              <a:noFill/>
            </p:spPr>
            <p:txBody>
              <a:bodyPr wrap="none" rtlCol="0">
                <a:spAutoFit/>
              </a:bodyPr>
              <a:lstStyle/>
              <a:p>
                <a:r>
                  <a:rPr lang="en-US" sz="1800" dirty="0">
                    <a:latin typeface="Consolas" charset="0"/>
                    <a:ea typeface="Consolas" charset="0"/>
                    <a:cs typeface="Consolas" charset="0"/>
                  </a:rPr>
                  <a:t>1</a:t>
                </a:r>
              </a:p>
            </p:txBody>
          </p:sp>
          <p:sp>
            <p:nvSpPr>
              <p:cNvPr id="26" name="TextBox 25"/>
              <p:cNvSpPr txBox="1"/>
              <p:nvPr/>
            </p:nvSpPr>
            <p:spPr>
              <a:xfrm>
                <a:off x="4775711" y="2690518"/>
                <a:ext cx="583920" cy="492443"/>
              </a:xfrm>
              <a:prstGeom prst="rect">
                <a:avLst/>
              </a:prstGeom>
              <a:noFill/>
            </p:spPr>
            <p:txBody>
              <a:bodyPr wrap="none" rtlCol="0">
                <a:spAutoFit/>
              </a:bodyPr>
              <a:lstStyle/>
              <a:p>
                <a:r>
                  <a:rPr lang="en-US" sz="1800" dirty="0">
                    <a:latin typeface="Consolas" charset="0"/>
                    <a:ea typeface="Consolas" charset="0"/>
                    <a:cs typeface="Consolas" charset="0"/>
                  </a:rPr>
                  <a:t>-2</a:t>
                </a:r>
              </a:p>
            </p:txBody>
          </p:sp>
          <p:sp>
            <p:nvSpPr>
              <p:cNvPr id="27" name="TextBox 26"/>
              <p:cNvSpPr txBox="1"/>
              <p:nvPr/>
            </p:nvSpPr>
            <p:spPr>
              <a:xfrm>
                <a:off x="5539235" y="2690518"/>
                <a:ext cx="415072" cy="492443"/>
              </a:xfrm>
              <a:prstGeom prst="rect">
                <a:avLst/>
              </a:prstGeom>
              <a:noFill/>
            </p:spPr>
            <p:txBody>
              <a:bodyPr wrap="none" rtlCol="0">
                <a:spAutoFit/>
              </a:bodyPr>
              <a:lstStyle/>
              <a:p>
                <a:r>
                  <a:rPr lang="en-US" sz="1800" dirty="0">
                    <a:latin typeface="Consolas" charset="0"/>
                    <a:ea typeface="Consolas" charset="0"/>
                    <a:cs typeface="Consolas" charset="0"/>
                  </a:rPr>
                  <a:t>0</a:t>
                </a:r>
              </a:p>
            </p:txBody>
          </p:sp>
          <p:sp>
            <p:nvSpPr>
              <p:cNvPr id="28" name="TextBox 27"/>
              <p:cNvSpPr txBox="1"/>
              <p:nvPr/>
            </p:nvSpPr>
            <p:spPr>
              <a:xfrm>
                <a:off x="6173727" y="2690518"/>
                <a:ext cx="415072" cy="492443"/>
              </a:xfrm>
              <a:prstGeom prst="rect">
                <a:avLst/>
              </a:prstGeom>
              <a:noFill/>
            </p:spPr>
            <p:txBody>
              <a:bodyPr wrap="none" rtlCol="0">
                <a:spAutoFit/>
              </a:bodyPr>
              <a:lstStyle/>
              <a:p>
                <a:r>
                  <a:rPr lang="en-US" sz="1800" dirty="0">
                    <a:latin typeface="Consolas" charset="0"/>
                    <a:ea typeface="Consolas" charset="0"/>
                    <a:cs typeface="Consolas" charset="0"/>
                  </a:rPr>
                  <a:t>2</a:t>
                </a:r>
              </a:p>
            </p:txBody>
          </p:sp>
          <p:sp>
            <p:nvSpPr>
              <p:cNvPr id="29" name="TextBox 28"/>
              <p:cNvSpPr txBox="1"/>
              <p:nvPr/>
            </p:nvSpPr>
            <p:spPr>
              <a:xfrm>
                <a:off x="4775711" y="3329515"/>
                <a:ext cx="583920" cy="492443"/>
              </a:xfrm>
              <a:prstGeom prst="rect">
                <a:avLst/>
              </a:prstGeom>
              <a:noFill/>
            </p:spPr>
            <p:txBody>
              <a:bodyPr wrap="none" rtlCol="0">
                <a:spAutoFit/>
              </a:bodyPr>
              <a:lstStyle/>
              <a:p>
                <a:r>
                  <a:rPr lang="en-US" sz="1800" dirty="0">
                    <a:latin typeface="Consolas" charset="0"/>
                    <a:ea typeface="Consolas" charset="0"/>
                    <a:cs typeface="Consolas" charset="0"/>
                  </a:rPr>
                  <a:t>-1</a:t>
                </a:r>
              </a:p>
            </p:txBody>
          </p:sp>
          <p:sp>
            <p:nvSpPr>
              <p:cNvPr id="30" name="TextBox 29"/>
              <p:cNvSpPr txBox="1"/>
              <p:nvPr/>
            </p:nvSpPr>
            <p:spPr>
              <a:xfrm>
                <a:off x="5539235" y="3329515"/>
                <a:ext cx="415072" cy="492443"/>
              </a:xfrm>
              <a:prstGeom prst="rect">
                <a:avLst/>
              </a:prstGeom>
              <a:noFill/>
            </p:spPr>
            <p:txBody>
              <a:bodyPr wrap="none" rtlCol="0">
                <a:spAutoFit/>
              </a:bodyPr>
              <a:lstStyle/>
              <a:p>
                <a:r>
                  <a:rPr lang="en-US" sz="1800" dirty="0">
                    <a:latin typeface="Consolas" charset="0"/>
                    <a:ea typeface="Consolas" charset="0"/>
                    <a:cs typeface="Consolas" charset="0"/>
                  </a:rPr>
                  <a:t>0</a:t>
                </a:r>
              </a:p>
            </p:txBody>
          </p:sp>
          <p:sp>
            <p:nvSpPr>
              <p:cNvPr id="31" name="TextBox 30"/>
              <p:cNvSpPr txBox="1"/>
              <p:nvPr/>
            </p:nvSpPr>
            <p:spPr>
              <a:xfrm>
                <a:off x="6173727" y="3329515"/>
                <a:ext cx="415072" cy="492443"/>
              </a:xfrm>
              <a:prstGeom prst="rect">
                <a:avLst/>
              </a:prstGeom>
              <a:noFill/>
            </p:spPr>
            <p:txBody>
              <a:bodyPr wrap="none" rtlCol="0">
                <a:spAutoFit/>
              </a:bodyPr>
              <a:lstStyle/>
              <a:p>
                <a:r>
                  <a:rPr lang="en-US" sz="1800" dirty="0">
                    <a:latin typeface="Consolas" charset="0"/>
                    <a:ea typeface="Consolas" charset="0"/>
                    <a:cs typeface="Consolas" charset="0"/>
                  </a:rPr>
                  <a:t>1</a:t>
                </a:r>
              </a:p>
            </p:txBody>
          </p:sp>
        </p:grpSp>
        <p:cxnSp>
          <p:nvCxnSpPr>
            <p:cNvPr id="19" name="Straight Connector 18"/>
            <p:cNvCxnSpPr/>
            <p:nvPr/>
          </p:nvCxnSpPr>
          <p:spPr>
            <a:xfrm flipH="1">
              <a:off x="2398187" y="2081367"/>
              <a:ext cx="310954" cy="148865"/>
            </a:xfrm>
            <a:prstGeom prst="line">
              <a:avLst/>
            </a:prstGeom>
            <a:ln w="3810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a:off x="2398187" y="3989848"/>
              <a:ext cx="310954" cy="148865"/>
            </a:xfrm>
            <a:prstGeom prst="line">
              <a:avLst/>
            </a:prstGeom>
            <a:ln w="3810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H="1">
              <a:off x="4303021" y="3989848"/>
              <a:ext cx="310954" cy="148865"/>
            </a:xfrm>
            <a:prstGeom prst="line">
              <a:avLst/>
            </a:prstGeom>
            <a:ln w="38100">
              <a:solidFill>
                <a:srgbClr val="FF0000"/>
              </a:solidFill>
              <a:prstDash val="sysDot"/>
            </a:ln>
          </p:spPr>
          <p:style>
            <a:lnRef idx="1">
              <a:schemeClr val="accent1"/>
            </a:lnRef>
            <a:fillRef idx="0">
              <a:schemeClr val="accent1"/>
            </a:fillRef>
            <a:effectRef idx="0">
              <a:schemeClr val="accent1"/>
            </a:effectRef>
            <a:fontRef idx="minor">
              <a:schemeClr val="tx1"/>
            </a:fontRef>
          </p:style>
        </p:cxnSp>
      </p:grpSp>
      <p:pic>
        <p:nvPicPr>
          <p:cNvPr id="89" name="Picture 8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53858" y="1762858"/>
            <a:ext cx="1485900" cy="1485900"/>
          </a:xfrm>
          <a:prstGeom prst="rect">
            <a:avLst/>
          </a:prstGeom>
        </p:spPr>
      </p:pic>
      <p:sp>
        <p:nvSpPr>
          <p:cNvPr id="92" name="TextBox 91"/>
          <p:cNvSpPr txBox="1"/>
          <p:nvPr/>
        </p:nvSpPr>
        <p:spPr>
          <a:xfrm>
            <a:off x="6348173" y="1417398"/>
            <a:ext cx="760144" cy="307777"/>
          </a:xfrm>
          <a:prstGeom prst="rect">
            <a:avLst/>
          </a:prstGeom>
          <a:noFill/>
        </p:spPr>
        <p:txBody>
          <a:bodyPr wrap="none" rtlCol="0">
            <a:spAutoFit/>
          </a:bodyPr>
          <a:lstStyle/>
          <a:p>
            <a:r>
              <a:rPr lang="en-US" dirty="0">
                <a:latin typeface="Avenir Book" charset="0"/>
                <a:ea typeface="Avenir Book" charset="0"/>
                <a:cs typeface="Avenir Book" charset="0"/>
              </a:rPr>
              <a:t>Output</a:t>
            </a:r>
          </a:p>
        </p:txBody>
      </p:sp>
    </p:spTree>
    <p:extLst>
      <p:ext uri="{BB962C8B-B14F-4D97-AF65-F5344CB8AC3E}">
        <p14:creationId xmlns:p14="http://schemas.microsoft.com/office/powerpoint/2010/main" val="130629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a:latin typeface="Avenir Book" charset="0"/>
                <a:ea typeface="Avenir Book" charset="0"/>
                <a:cs typeface="Avenir Book" charset="0"/>
              </a:rPr>
              <a:t>Kernel: 3x3 Example</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7558" y="1587013"/>
            <a:ext cx="1485900" cy="148590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56734" y="1587013"/>
            <a:ext cx="1485900" cy="1485900"/>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53858" y="1587013"/>
            <a:ext cx="1485900" cy="1485900"/>
          </a:xfrm>
          <a:prstGeom prst="rect">
            <a:avLst/>
          </a:prstGeom>
        </p:spPr>
      </p:pic>
      <p:sp>
        <p:nvSpPr>
          <p:cNvPr id="7" name="TextBox 6"/>
          <p:cNvSpPr txBox="1"/>
          <p:nvPr/>
        </p:nvSpPr>
        <p:spPr>
          <a:xfrm>
            <a:off x="1744089" y="1241553"/>
            <a:ext cx="599844" cy="307777"/>
          </a:xfrm>
          <a:prstGeom prst="rect">
            <a:avLst/>
          </a:prstGeom>
          <a:noFill/>
        </p:spPr>
        <p:txBody>
          <a:bodyPr wrap="none" rtlCol="0">
            <a:spAutoFit/>
          </a:bodyPr>
          <a:lstStyle/>
          <a:p>
            <a:r>
              <a:rPr lang="en-US" dirty="0">
                <a:latin typeface="Avenir Book" charset="0"/>
                <a:ea typeface="Avenir Book" charset="0"/>
                <a:cs typeface="Avenir Book" charset="0"/>
              </a:rPr>
              <a:t>Input</a:t>
            </a:r>
          </a:p>
        </p:txBody>
      </p:sp>
      <p:sp>
        <p:nvSpPr>
          <p:cNvPr id="8" name="TextBox 7"/>
          <p:cNvSpPr txBox="1"/>
          <p:nvPr/>
        </p:nvSpPr>
        <p:spPr>
          <a:xfrm>
            <a:off x="3896459" y="1241553"/>
            <a:ext cx="699230" cy="307777"/>
          </a:xfrm>
          <a:prstGeom prst="rect">
            <a:avLst/>
          </a:prstGeom>
          <a:noFill/>
        </p:spPr>
        <p:txBody>
          <a:bodyPr wrap="none" rtlCol="0">
            <a:spAutoFit/>
          </a:bodyPr>
          <a:lstStyle/>
          <a:p>
            <a:r>
              <a:rPr lang="en-US" dirty="0">
                <a:latin typeface="Avenir Book" charset="0"/>
                <a:ea typeface="Avenir Book" charset="0"/>
                <a:cs typeface="Avenir Book" charset="0"/>
              </a:rPr>
              <a:t>Kernel</a:t>
            </a:r>
          </a:p>
        </p:txBody>
      </p:sp>
      <p:sp>
        <p:nvSpPr>
          <p:cNvPr id="9" name="TextBox 8"/>
          <p:cNvSpPr txBox="1"/>
          <p:nvPr/>
        </p:nvSpPr>
        <p:spPr>
          <a:xfrm>
            <a:off x="6348173" y="1241553"/>
            <a:ext cx="760144" cy="307777"/>
          </a:xfrm>
          <a:prstGeom prst="rect">
            <a:avLst/>
          </a:prstGeom>
          <a:noFill/>
        </p:spPr>
        <p:txBody>
          <a:bodyPr wrap="none" rtlCol="0">
            <a:spAutoFit/>
          </a:bodyPr>
          <a:lstStyle/>
          <a:p>
            <a:r>
              <a:rPr lang="en-US" dirty="0">
                <a:latin typeface="Avenir Book" charset="0"/>
                <a:ea typeface="Avenir Book" charset="0"/>
                <a:cs typeface="Avenir Book" charset="0"/>
              </a:rPr>
              <a:t>Output</a:t>
            </a:r>
          </a:p>
        </p:txBody>
      </p:sp>
      <p:sp>
        <p:nvSpPr>
          <p:cNvPr id="10" name="TextBox 9"/>
          <p:cNvSpPr txBox="1"/>
          <p:nvPr/>
        </p:nvSpPr>
        <p:spPr>
          <a:xfrm>
            <a:off x="1407478" y="1682052"/>
            <a:ext cx="311304" cy="369332"/>
          </a:xfrm>
          <a:prstGeom prst="rect">
            <a:avLst/>
          </a:prstGeom>
          <a:noFill/>
        </p:spPr>
        <p:txBody>
          <a:bodyPr wrap="none" rtlCol="0">
            <a:spAutoFit/>
          </a:bodyPr>
          <a:lstStyle/>
          <a:p>
            <a:r>
              <a:rPr lang="en-US" sz="1800" dirty="0">
                <a:latin typeface="Consolas" charset="0"/>
                <a:ea typeface="Consolas" charset="0"/>
                <a:cs typeface="Consolas" charset="0"/>
              </a:rPr>
              <a:t>3</a:t>
            </a:r>
          </a:p>
        </p:txBody>
      </p:sp>
      <p:sp>
        <p:nvSpPr>
          <p:cNvPr id="11" name="TextBox 10"/>
          <p:cNvSpPr txBox="1"/>
          <p:nvPr/>
        </p:nvSpPr>
        <p:spPr>
          <a:xfrm>
            <a:off x="1877538" y="1682052"/>
            <a:ext cx="311304" cy="369332"/>
          </a:xfrm>
          <a:prstGeom prst="rect">
            <a:avLst/>
          </a:prstGeom>
          <a:noFill/>
        </p:spPr>
        <p:txBody>
          <a:bodyPr wrap="none" rtlCol="0">
            <a:spAutoFit/>
          </a:bodyPr>
          <a:lstStyle/>
          <a:p>
            <a:r>
              <a:rPr lang="en-US" sz="1800" dirty="0">
                <a:latin typeface="Consolas" charset="0"/>
                <a:ea typeface="Consolas" charset="0"/>
                <a:cs typeface="Consolas" charset="0"/>
              </a:rPr>
              <a:t>2</a:t>
            </a:r>
          </a:p>
        </p:txBody>
      </p:sp>
      <p:sp>
        <p:nvSpPr>
          <p:cNvPr id="12" name="TextBox 11"/>
          <p:cNvSpPr txBox="1"/>
          <p:nvPr/>
        </p:nvSpPr>
        <p:spPr>
          <a:xfrm>
            <a:off x="2353408" y="1682052"/>
            <a:ext cx="311304" cy="369332"/>
          </a:xfrm>
          <a:prstGeom prst="rect">
            <a:avLst/>
          </a:prstGeom>
          <a:noFill/>
        </p:spPr>
        <p:txBody>
          <a:bodyPr wrap="none" rtlCol="0">
            <a:spAutoFit/>
          </a:bodyPr>
          <a:lstStyle/>
          <a:p>
            <a:r>
              <a:rPr lang="en-US" sz="1800" dirty="0">
                <a:latin typeface="Consolas" charset="0"/>
                <a:ea typeface="Consolas" charset="0"/>
                <a:cs typeface="Consolas" charset="0"/>
              </a:rPr>
              <a:t>1</a:t>
            </a:r>
          </a:p>
        </p:txBody>
      </p:sp>
      <p:sp>
        <p:nvSpPr>
          <p:cNvPr id="13" name="TextBox 12"/>
          <p:cNvSpPr txBox="1"/>
          <p:nvPr/>
        </p:nvSpPr>
        <p:spPr>
          <a:xfrm>
            <a:off x="1407478" y="2156838"/>
            <a:ext cx="311304" cy="369332"/>
          </a:xfrm>
          <a:prstGeom prst="rect">
            <a:avLst/>
          </a:prstGeom>
          <a:noFill/>
        </p:spPr>
        <p:txBody>
          <a:bodyPr wrap="none" rtlCol="0">
            <a:spAutoFit/>
          </a:bodyPr>
          <a:lstStyle/>
          <a:p>
            <a:r>
              <a:rPr lang="en-US" sz="1800" dirty="0">
                <a:latin typeface="Consolas" charset="0"/>
                <a:ea typeface="Consolas" charset="0"/>
                <a:cs typeface="Consolas" charset="0"/>
              </a:rPr>
              <a:t>1</a:t>
            </a:r>
          </a:p>
        </p:txBody>
      </p:sp>
      <p:sp>
        <p:nvSpPr>
          <p:cNvPr id="14" name="TextBox 13"/>
          <p:cNvSpPr txBox="1"/>
          <p:nvPr/>
        </p:nvSpPr>
        <p:spPr>
          <a:xfrm>
            <a:off x="1877538" y="2156838"/>
            <a:ext cx="311304" cy="369332"/>
          </a:xfrm>
          <a:prstGeom prst="rect">
            <a:avLst/>
          </a:prstGeom>
          <a:noFill/>
        </p:spPr>
        <p:txBody>
          <a:bodyPr wrap="none" rtlCol="0">
            <a:spAutoFit/>
          </a:bodyPr>
          <a:lstStyle/>
          <a:p>
            <a:r>
              <a:rPr lang="en-US" sz="1800" dirty="0">
                <a:latin typeface="Consolas" charset="0"/>
                <a:ea typeface="Consolas" charset="0"/>
                <a:cs typeface="Consolas" charset="0"/>
              </a:rPr>
              <a:t>2</a:t>
            </a:r>
          </a:p>
        </p:txBody>
      </p:sp>
      <p:sp>
        <p:nvSpPr>
          <p:cNvPr id="15" name="TextBox 14"/>
          <p:cNvSpPr txBox="1"/>
          <p:nvPr/>
        </p:nvSpPr>
        <p:spPr>
          <a:xfrm>
            <a:off x="2353408" y="2156838"/>
            <a:ext cx="311304" cy="369332"/>
          </a:xfrm>
          <a:prstGeom prst="rect">
            <a:avLst/>
          </a:prstGeom>
          <a:noFill/>
        </p:spPr>
        <p:txBody>
          <a:bodyPr wrap="none" rtlCol="0">
            <a:spAutoFit/>
          </a:bodyPr>
          <a:lstStyle/>
          <a:p>
            <a:r>
              <a:rPr lang="en-US" sz="1800" dirty="0">
                <a:latin typeface="Consolas" charset="0"/>
                <a:ea typeface="Consolas" charset="0"/>
                <a:cs typeface="Consolas" charset="0"/>
              </a:rPr>
              <a:t>3</a:t>
            </a:r>
          </a:p>
        </p:txBody>
      </p:sp>
      <p:sp>
        <p:nvSpPr>
          <p:cNvPr id="16" name="TextBox 15"/>
          <p:cNvSpPr txBox="1"/>
          <p:nvPr/>
        </p:nvSpPr>
        <p:spPr>
          <a:xfrm>
            <a:off x="1407478" y="2636086"/>
            <a:ext cx="311304" cy="369332"/>
          </a:xfrm>
          <a:prstGeom prst="rect">
            <a:avLst/>
          </a:prstGeom>
          <a:noFill/>
        </p:spPr>
        <p:txBody>
          <a:bodyPr wrap="none" rtlCol="0">
            <a:spAutoFit/>
          </a:bodyPr>
          <a:lstStyle/>
          <a:p>
            <a:r>
              <a:rPr lang="en-US" sz="1800" dirty="0">
                <a:latin typeface="Consolas" charset="0"/>
                <a:ea typeface="Consolas" charset="0"/>
                <a:cs typeface="Consolas" charset="0"/>
              </a:rPr>
              <a:t>1</a:t>
            </a:r>
          </a:p>
        </p:txBody>
      </p:sp>
      <p:sp>
        <p:nvSpPr>
          <p:cNvPr id="17" name="TextBox 16"/>
          <p:cNvSpPr txBox="1"/>
          <p:nvPr/>
        </p:nvSpPr>
        <p:spPr>
          <a:xfrm>
            <a:off x="1877538" y="2636086"/>
            <a:ext cx="311304" cy="369332"/>
          </a:xfrm>
          <a:prstGeom prst="rect">
            <a:avLst/>
          </a:prstGeom>
          <a:noFill/>
        </p:spPr>
        <p:txBody>
          <a:bodyPr wrap="none" rtlCol="0">
            <a:spAutoFit/>
          </a:bodyPr>
          <a:lstStyle/>
          <a:p>
            <a:r>
              <a:rPr lang="en-US" sz="1800" dirty="0">
                <a:latin typeface="Consolas" charset="0"/>
                <a:ea typeface="Consolas" charset="0"/>
                <a:cs typeface="Consolas" charset="0"/>
              </a:rPr>
              <a:t>1</a:t>
            </a:r>
          </a:p>
        </p:txBody>
      </p:sp>
      <p:sp>
        <p:nvSpPr>
          <p:cNvPr id="18" name="TextBox 17"/>
          <p:cNvSpPr txBox="1"/>
          <p:nvPr/>
        </p:nvSpPr>
        <p:spPr>
          <a:xfrm>
            <a:off x="2353408" y="2636086"/>
            <a:ext cx="311304" cy="369332"/>
          </a:xfrm>
          <a:prstGeom prst="rect">
            <a:avLst/>
          </a:prstGeom>
          <a:noFill/>
        </p:spPr>
        <p:txBody>
          <a:bodyPr wrap="none" rtlCol="0">
            <a:spAutoFit/>
          </a:bodyPr>
          <a:lstStyle/>
          <a:p>
            <a:r>
              <a:rPr lang="en-US" sz="1800" dirty="0">
                <a:latin typeface="Consolas" charset="0"/>
                <a:ea typeface="Consolas" charset="0"/>
                <a:cs typeface="Consolas" charset="0"/>
              </a:rPr>
              <a:t>1</a:t>
            </a:r>
          </a:p>
        </p:txBody>
      </p:sp>
      <p:sp>
        <p:nvSpPr>
          <p:cNvPr id="19" name="TextBox 18"/>
          <p:cNvSpPr txBox="1"/>
          <p:nvPr/>
        </p:nvSpPr>
        <p:spPr>
          <a:xfrm>
            <a:off x="3496408" y="1682052"/>
            <a:ext cx="437940" cy="369332"/>
          </a:xfrm>
          <a:prstGeom prst="rect">
            <a:avLst/>
          </a:prstGeom>
          <a:noFill/>
        </p:spPr>
        <p:txBody>
          <a:bodyPr wrap="none" rtlCol="0">
            <a:spAutoFit/>
          </a:bodyPr>
          <a:lstStyle/>
          <a:p>
            <a:r>
              <a:rPr lang="en-US" sz="1800" dirty="0">
                <a:latin typeface="Consolas" charset="0"/>
                <a:ea typeface="Consolas" charset="0"/>
                <a:cs typeface="Consolas" charset="0"/>
              </a:rPr>
              <a:t>-1</a:t>
            </a:r>
          </a:p>
        </p:txBody>
      </p:sp>
      <p:sp>
        <p:nvSpPr>
          <p:cNvPr id="20" name="TextBox 19"/>
          <p:cNvSpPr txBox="1"/>
          <p:nvPr/>
        </p:nvSpPr>
        <p:spPr>
          <a:xfrm>
            <a:off x="4069050" y="1682052"/>
            <a:ext cx="311304" cy="369332"/>
          </a:xfrm>
          <a:prstGeom prst="rect">
            <a:avLst/>
          </a:prstGeom>
          <a:noFill/>
        </p:spPr>
        <p:txBody>
          <a:bodyPr wrap="none" rtlCol="0">
            <a:spAutoFit/>
          </a:bodyPr>
          <a:lstStyle/>
          <a:p>
            <a:r>
              <a:rPr lang="en-US" sz="1800" dirty="0">
                <a:latin typeface="Consolas" charset="0"/>
                <a:ea typeface="Consolas" charset="0"/>
                <a:cs typeface="Consolas" charset="0"/>
              </a:rPr>
              <a:t>0</a:t>
            </a:r>
          </a:p>
        </p:txBody>
      </p:sp>
      <p:sp>
        <p:nvSpPr>
          <p:cNvPr id="21" name="TextBox 20"/>
          <p:cNvSpPr txBox="1"/>
          <p:nvPr/>
        </p:nvSpPr>
        <p:spPr>
          <a:xfrm>
            <a:off x="4544920" y="1682052"/>
            <a:ext cx="311304" cy="369332"/>
          </a:xfrm>
          <a:prstGeom prst="rect">
            <a:avLst/>
          </a:prstGeom>
          <a:noFill/>
        </p:spPr>
        <p:txBody>
          <a:bodyPr wrap="none" rtlCol="0">
            <a:spAutoFit/>
          </a:bodyPr>
          <a:lstStyle/>
          <a:p>
            <a:r>
              <a:rPr lang="en-US" sz="1800" dirty="0">
                <a:latin typeface="Consolas" charset="0"/>
                <a:ea typeface="Consolas" charset="0"/>
                <a:cs typeface="Consolas" charset="0"/>
              </a:rPr>
              <a:t>1</a:t>
            </a:r>
          </a:p>
        </p:txBody>
      </p:sp>
      <p:sp>
        <p:nvSpPr>
          <p:cNvPr id="22" name="TextBox 21"/>
          <p:cNvSpPr txBox="1"/>
          <p:nvPr/>
        </p:nvSpPr>
        <p:spPr>
          <a:xfrm>
            <a:off x="3496408" y="2156838"/>
            <a:ext cx="437940" cy="369332"/>
          </a:xfrm>
          <a:prstGeom prst="rect">
            <a:avLst/>
          </a:prstGeom>
          <a:noFill/>
        </p:spPr>
        <p:txBody>
          <a:bodyPr wrap="none" rtlCol="0">
            <a:spAutoFit/>
          </a:bodyPr>
          <a:lstStyle/>
          <a:p>
            <a:r>
              <a:rPr lang="en-US" sz="1800" dirty="0">
                <a:latin typeface="Consolas" charset="0"/>
                <a:ea typeface="Consolas" charset="0"/>
                <a:cs typeface="Consolas" charset="0"/>
              </a:rPr>
              <a:t>-2</a:t>
            </a:r>
          </a:p>
        </p:txBody>
      </p:sp>
      <p:sp>
        <p:nvSpPr>
          <p:cNvPr id="23" name="TextBox 22"/>
          <p:cNvSpPr txBox="1"/>
          <p:nvPr/>
        </p:nvSpPr>
        <p:spPr>
          <a:xfrm>
            <a:off x="4069050" y="2156838"/>
            <a:ext cx="311304" cy="369332"/>
          </a:xfrm>
          <a:prstGeom prst="rect">
            <a:avLst/>
          </a:prstGeom>
          <a:noFill/>
        </p:spPr>
        <p:txBody>
          <a:bodyPr wrap="none" rtlCol="0">
            <a:spAutoFit/>
          </a:bodyPr>
          <a:lstStyle/>
          <a:p>
            <a:r>
              <a:rPr lang="en-US" sz="1800" dirty="0">
                <a:latin typeface="Consolas" charset="0"/>
                <a:ea typeface="Consolas" charset="0"/>
                <a:cs typeface="Consolas" charset="0"/>
              </a:rPr>
              <a:t>0</a:t>
            </a:r>
          </a:p>
        </p:txBody>
      </p:sp>
      <p:sp>
        <p:nvSpPr>
          <p:cNvPr id="24" name="TextBox 23"/>
          <p:cNvSpPr txBox="1"/>
          <p:nvPr/>
        </p:nvSpPr>
        <p:spPr>
          <a:xfrm>
            <a:off x="4544920" y="2156838"/>
            <a:ext cx="311304" cy="369332"/>
          </a:xfrm>
          <a:prstGeom prst="rect">
            <a:avLst/>
          </a:prstGeom>
          <a:noFill/>
        </p:spPr>
        <p:txBody>
          <a:bodyPr wrap="none" rtlCol="0">
            <a:spAutoFit/>
          </a:bodyPr>
          <a:lstStyle/>
          <a:p>
            <a:r>
              <a:rPr lang="en-US" sz="1800" dirty="0">
                <a:latin typeface="Consolas" charset="0"/>
                <a:ea typeface="Consolas" charset="0"/>
                <a:cs typeface="Consolas" charset="0"/>
              </a:rPr>
              <a:t>2</a:t>
            </a:r>
          </a:p>
        </p:txBody>
      </p:sp>
      <p:sp>
        <p:nvSpPr>
          <p:cNvPr id="25" name="TextBox 24"/>
          <p:cNvSpPr txBox="1"/>
          <p:nvPr/>
        </p:nvSpPr>
        <p:spPr>
          <a:xfrm>
            <a:off x="3496408" y="2636086"/>
            <a:ext cx="437940" cy="369332"/>
          </a:xfrm>
          <a:prstGeom prst="rect">
            <a:avLst/>
          </a:prstGeom>
          <a:noFill/>
        </p:spPr>
        <p:txBody>
          <a:bodyPr wrap="none" rtlCol="0">
            <a:spAutoFit/>
          </a:bodyPr>
          <a:lstStyle/>
          <a:p>
            <a:r>
              <a:rPr lang="en-US" sz="1800" dirty="0">
                <a:latin typeface="Consolas" charset="0"/>
                <a:ea typeface="Consolas" charset="0"/>
                <a:cs typeface="Consolas" charset="0"/>
              </a:rPr>
              <a:t>-1</a:t>
            </a:r>
          </a:p>
        </p:txBody>
      </p:sp>
      <p:sp>
        <p:nvSpPr>
          <p:cNvPr id="26" name="TextBox 25"/>
          <p:cNvSpPr txBox="1"/>
          <p:nvPr/>
        </p:nvSpPr>
        <p:spPr>
          <a:xfrm>
            <a:off x="4069050" y="2636086"/>
            <a:ext cx="311304" cy="369332"/>
          </a:xfrm>
          <a:prstGeom prst="rect">
            <a:avLst/>
          </a:prstGeom>
          <a:noFill/>
        </p:spPr>
        <p:txBody>
          <a:bodyPr wrap="none" rtlCol="0">
            <a:spAutoFit/>
          </a:bodyPr>
          <a:lstStyle/>
          <a:p>
            <a:r>
              <a:rPr lang="en-US" sz="1800" dirty="0">
                <a:latin typeface="Consolas" charset="0"/>
                <a:ea typeface="Consolas" charset="0"/>
                <a:cs typeface="Consolas" charset="0"/>
              </a:rPr>
              <a:t>0</a:t>
            </a:r>
          </a:p>
        </p:txBody>
      </p:sp>
      <p:sp>
        <p:nvSpPr>
          <p:cNvPr id="27" name="TextBox 26"/>
          <p:cNvSpPr txBox="1"/>
          <p:nvPr/>
        </p:nvSpPr>
        <p:spPr>
          <a:xfrm>
            <a:off x="4544920" y="2636086"/>
            <a:ext cx="311304" cy="369332"/>
          </a:xfrm>
          <a:prstGeom prst="rect">
            <a:avLst/>
          </a:prstGeom>
          <a:noFill/>
        </p:spPr>
        <p:txBody>
          <a:bodyPr wrap="none" rtlCol="0">
            <a:spAutoFit/>
          </a:bodyPr>
          <a:lstStyle/>
          <a:p>
            <a:r>
              <a:rPr lang="en-US" sz="1800" dirty="0">
                <a:latin typeface="Consolas" charset="0"/>
                <a:ea typeface="Consolas" charset="0"/>
                <a:cs typeface="Consolas" charset="0"/>
              </a:rPr>
              <a:t>1</a:t>
            </a:r>
          </a:p>
        </p:txBody>
      </p:sp>
      <mc:AlternateContent xmlns:mc="http://schemas.openxmlformats.org/markup-compatibility/2006" xmlns:a14="http://schemas.microsoft.com/office/drawing/2010/main">
        <mc:Choice Requires="a14">
          <p:sp>
            <p:nvSpPr>
              <p:cNvPr id="28" name="TextBox 27"/>
              <p:cNvSpPr txBox="1"/>
              <p:nvPr/>
            </p:nvSpPr>
            <p:spPr>
              <a:xfrm>
                <a:off x="1267558" y="3261652"/>
                <a:ext cx="7613723" cy="147098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1800" i="1" smtClean="0">
                          <a:latin typeface="Cambria Math" charset="0"/>
                        </a:rPr>
                        <m:t>=</m:t>
                      </m:r>
                      <m:d>
                        <m:dPr>
                          <m:ctrlPr>
                            <a:rPr lang="en-US" sz="1800" i="1">
                              <a:latin typeface="Cambria Math" panose="02040503050406030204" pitchFamily="18" charset="0"/>
                            </a:rPr>
                          </m:ctrlPr>
                        </m:dPr>
                        <m:e>
                          <m:r>
                            <a:rPr lang="en-US" sz="1800" i="1">
                              <a:latin typeface="Cambria Math" charset="0"/>
                            </a:rPr>
                            <m:t>3⋅−1</m:t>
                          </m:r>
                        </m:e>
                      </m:d>
                      <m:r>
                        <a:rPr lang="en-US" sz="1800" i="1">
                          <a:latin typeface="Cambria Math" charset="0"/>
                        </a:rPr>
                        <m:t>+</m:t>
                      </m:r>
                      <m:d>
                        <m:dPr>
                          <m:ctrlPr>
                            <a:rPr lang="en-US" sz="1800" i="1">
                              <a:latin typeface="Cambria Math" panose="02040503050406030204" pitchFamily="18" charset="0"/>
                            </a:rPr>
                          </m:ctrlPr>
                        </m:dPr>
                        <m:e>
                          <m:r>
                            <a:rPr lang="en-US" sz="1800" i="1">
                              <a:latin typeface="Cambria Math" charset="0"/>
                            </a:rPr>
                            <m:t>2⋅0</m:t>
                          </m:r>
                        </m:e>
                      </m:d>
                      <m:r>
                        <a:rPr lang="en-US" sz="1800" i="1">
                          <a:latin typeface="Cambria Math" charset="0"/>
                        </a:rPr>
                        <m:t>+</m:t>
                      </m:r>
                      <m:d>
                        <m:dPr>
                          <m:ctrlPr>
                            <a:rPr lang="en-US" sz="1800" i="1">
                              <a:latin typeface="Cambria Math" panose="02040503050406030204" pitchFamily="18" charset="0"/>
                            </a:rPr>
                          </m:ctrlPr>
                        </m:dPr>
                        <m:e>
                          <m:r>
                            <a:rPr lang="en-US" sz="1800" i="1">
                              <a:latin typeface="Cambria Math" charset="0"/>
                            </a:rPr>
                            <m:t>1⋅1</m:t>
                          </m:r>
                        </m:e>
                      </m:d>
                    </m:oMath>
                  </m:oMathPara>
                </a14:m>
                <a:endParaRPr lang="en-US" sz="1800" i="1" dirty="0" smtClean="0">
                  <a:latin typeface="Cambria Math" charset="0"/>
                </a:endParaRPr>
              </a:p>
              <a:p>
                <a:pPr/>
                <a14:m>
                  <m:oMathPara xmlns:m="http://schemas.openxmlformats.org/officeDocument/2006/math">
                    <m:oMathParaPr>
                      <m:jc m:val="left"/>
                    </m:oMathParaPr>
                    <m:oMath xmlns:m="http://schemas.openxmlformats.org/officeDocument/2006/math">
                      <m:r>
                        <a:rPr lang="en-US" sz="1800" i="1">
                          <a:latin typeface="Cambria Math" charset="0"/>
                        </a:rPr>
                        <m:t>+</m:t>
                      </m:r>
                      <m:d>
                        <m:dPr>
                          <m:ctrlPr>
                            <a:rPr lang="en-US" sz="1800" i="1">
                              <a:latin typeface="Cambria Math" panose="02040503050406030204" pitchFamily="18" charset="0"/>
                            </a:rPr>
                          </m:ctrlPr>
                        </m:dPr>
                        <m:e>
                          <m:r>
                            <a:rPr lang="en-US" sz="1800" i="1">
                              <a:latin typeface="Cambria Math" charset="0"/>
                            </a:rPr>
                            <m:t>1⋅−2</m:t>
                          </m:r>
                        </m:e>
                      </m:d>
                      <m:r>
                        <a:rPr lang="en-US" sz="1800" i="1">
                          <a:latin typeface="Cambria Math" charset="0"/>
                        </a:rPr>
                        <m:t>+</m:t>
                      </m:r>
                      <m:d>
                        <m:dPr>
                          <m:ctrlPr>
                            <a:rPr lang="en-US" sz="1800" i="1">
                              <a:latin typeface="Cambria Math" panose="02040503050406030204" pitchFamily="18" charset="0"/>
                            </a:rPr>
                          </m:ctrlPr>
                        </m:dPr>
                        <m:e>
                          <m:r>
                            <a:rPr lang="en-US" sz="1800" i="1">
                              <a:latin typeface="Cambria Math" charset="0"/>
                            </a:rPr>
                            <m:t>2⋅0</m:t>
                          </m:r>
                        </m:e>
                      </m:d>
                      <m:r>
                        <a:rPr lang="en-US" sz="1800" i="1">
                          <a:latin typeface="Cambria Math" charset="0"/>
                        </a:rPr>
                        <m:t>+</m:t>
                      </m:r>
                      <m:d>
                        <m:dPr>
                          <m:ctrlPr>
                            <a:rPr lang="en-US" sz="1800" i="1">
                              <a:latin typeface="Cambria Math" panose="02040503050406030204" pitchFamily="18" charset="0"/>
                            </a:rPr>
                          </m:ctrlPr>
                        </m:dPr>
                        <m:e>
                          <m:r>
                            <a:rPr lang="en-US" sz="1800" i="1">
                              <a:latin typeface="Cambria Math" charset="0"/>
                            </a:rPr>
                            <m:t>3⋅2</m:t>
                          </m:r>
                        </m:e>
                      </m:d>
                    </m:oMath>
                  </m:oMathPara>
                </a14:m>
                <a:endParaRPr lang="en-US" sz="1800" i="1" dirty="0" smtClean="0">
                  <a:latin typeface="Cambria Math" charset="0"/>
                </a:endParaRPr>
              </a:p>
              <a:p>
                <a:pPr/>
                <a14:m>
                  <m:oMathPara xmlns:m="http://schemas.openxmlformats.org/officeDocument/2006/math">
                    <m:oMathParaPr>
                      <m:jc m:val="left"/>
                    </m:oMathParaPr>
                    <m:oMath xmlns:m="http://schemas.openxmlformats.org/officeDocument/2006/math">
                      <m:r>
                        <a:rPr lang="en-US" sz="1800" i="1">
                          <a:latin typeface="Cambria Math" charset="0"/>
                        </a:rPr>
                        <m:t>+</m:t>
                      </m:r>
                      <m:d>
                        <m:dPr>
                          <m:ctrlPr>
                            <a:rPr lang="en-US" sz="1800" i="1">
                              <a:latin typeface="Cambria Math" panose="02040503050406030204" pitchFamily="18" charset="0"/>
                            </a:rPr>
                          </m:ctrlPr>
                        </m:dPr>
                        <m:e>
                          <m:r>
                            <a:rPr lang="en-US" sz="1800" i="1">
                              <a:latin typeface="Cambria Math" charset="0"/>
                            </a:rPr>
                            <m:t>1⋅−1</m:t>
                          </m:r>
                        </m:e>
                      </m:d>
                      <m:r>
                        <a:rPr lang="en-US" sz="1800" i="1">
                          <a:latin typeface="Cambria Math" charset="0"/>
                        </a:rPr>
                        <m:t>+</m:t>
                      </m:r>
                      <m:d>
                        <m:dPr>
                          <m:ctrlPr>
                            <a:rPr lang="en-US" sz="1800" i="1">
                              <a:latin typeface="Cambria Math" panose="02040503050406030204" pitchFamily="18" charset="0"/>
                            </a:rPr>
                          </m:ctrlPr>
                        </m:dPr>
                        <m:e>
                          <m:r>
                            <a:rPr lang="en-US" sz="1800" i="1">
                              <a:latin typeface="Cambria Math" charset="0"/>
                            </a:rPr>
                            <m:t>1⋅0</m:t>
                          </m:r>
                        </m:e>
                      </m:d>
                      <m:r>
                        <a:rPr lang="en-US" sz="1800" i="1">
                          <a:latin typeface="Cambria Math" charset="0"/>
                        </a:rPr>
                        <m:t>+</m:t>
                      </m:r>
                      <m:d>
                        <m:dPr>
                          <m:ctrlPr>
                            <a:rPr lang="en-US" sz="1800" i="1">
                              <a:latin typeface="Cambria Math" panose="02040503050406030204" pitchFamily="18" charset="0"/>
                            </a:rPr>
                          </m:ctrlPr>
                        </m:dPr>
                        <m:e>
                          <m:r>
                            <a:rPr lang="en-US" sz="1800" i="1">
                              <a:latin typeface="Cambria Math" charset="0"/>
                            </a:rPr>
                            <m:t>1⋅1</m:t>
                          </m:r>
                        </m:e>
                      </m:d>
                    </m:oMath>
                  </m:oMathPara>
                </a14:m>
                <a:endParaRPr lang="en-US" sz="1800" dirty="0"/>
              </a:p>
              <a:p>
                <a:endParaRPr lang="en-US" sz="1800" dirty="0"/>
              </a:p>
              <a:p>
                <a14:m>
                  <m:oMath xmlns:m="http://schemas.openxmlformats.org/officeDocument/2006/math">
                    <m:r>
                      <a:rPr lang="en-US" sz="1800" i="1">
                        <a:latin typeface="Cambria Math" charset="0"/>
                      </a:rPr>
                      <m:t>=−3+1−2+6−1+1=2</m:t>
                    </m:r>
                  </m:oMath>
                </a14:m>
                <a:r>
                  <a:rPr lang="en-US" sz="1050" dirty="0"/>
                  <a:t>     </a:t>
                </a:r>
              </a:p>
            </p:txBody>
          </p:sp>
        </mc:Choice>
        <mc:Fallback xmlns="">
          <p:sp>
            <p:nvSpPr>
              <p:cNvPr id="28" name="TextBox 27"/>
              <p:cNvSpPr txBox="1">
                <a:spLocks noRot="1" noChangeAspect="1" noMove="1" noResize="1" noEditPoints="1" noAdjustHandles="1" noChangeArrowheads="1" noChangeShapeType="1" noTextEdit="1"/>
              </p:cNvSpPr>
              <p:nvPr/>
            </p:nvSpPr>
            <p:spPr>
              <a:xfrm>
                <a:off x="1267558" y="3261652"/>
                <a:ext cx="7613723" cy="1470980"/>
              </a:xfrm>
              <a:prstGeom prst="rect">
                <a:avLst/>
              </a:prstGeom>
              <a:blipFill rotWithShape="0">
                <a:blip r:embed="rId5"/>
                <a:stretch>
                  <a:fillRect/>
                </a:stretch>
              </a:blipFill>
            </p:spPr>
            <p:txBody>
              <a:bodyPr/>
              <a:lstStyle/>
              <a:p>
                <a:r>
                  <a:rPr lang="en-US">
                    <a:noFill/>
                  </a:rPr>
                  <a:t> </a:t>
                </a:r>
              </a:p>
            </p:txBody>
          </p:sp>
        </mc:Fallback>
      </mc:AlternateContent>
      <p:sp>
        <p:nvSpPr>
          <p:cNvPr id="30" name="TextBox 29"/>
          <p:cNvSpPr txBox="1"/>
          <p:nvPr/>
        </p:nvSpPr>
        <p:spPr>
          <a:xfrm>
            <a:off x="6541156" y="2156838"/>
            <a:ext cx="311304" cy="369332"/>
          </a:xfrm>
          <a:prstGeom prst="rect">
            <a:avLst/>
          </a:prstGeom>
          <a:noFill/>
        </p:spPr>
        <p:txBody>
          <a:bodyPr wrap="none" rtlCol="0">
            <a:spAutoFit/>
          </a:bodyPr>
          <a:lstStyle/>
          <a:p>
            <a:r>
              <a:rPr lang="en-US" sz="1800" dirty="0">
                <a:latin typeface="Consolas" charset="0"/>
                <a:ea typeface="Consolas" charset="0"/>
                <a:cs typeface="Consolas" charset="0"/>
              </a:rPr>
              <a:t>2</a:t>
            </a:r>
          </a:p>
        </p:txBody>
      </p:sp>
    </p:spTree>
    <p:extLst>
      <p:ext uri="{BB962C8B-B14F-4D97-AF65-F5344CB8AC3E}">
        <p14:creationId xmlns:p14="http://schemas.microsoft.com/office/powerpoint/2010/main" val="50337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3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Kernels as Feature Detectors</a:t>
            </a:r>
            <a:endParaRPr lang="en-US" dirty="0">
              <a:latin typeface="Avenir Book" charset="0"/>
              <a:ea typeface="Avenir Book" charset="0"/>
              <a:cs typeface="Avenir Book" charset="0"/>
            </a:endParaRPr>
          </a:p>
        </p:txBody>
      </p:sp>
      <p:sp>
        <p:nvSpPr>
          <p:cNvPr id="29" name="Rectangle 28"/>
          <p:cNvSpPr/>
          <p:nvPr/>
        </p:nvSpPr>
        <p:spPr>
          <a:xfrm>
            <a:off x="398352" y="1285859"/>
            <a:ext cx="8192764" cy="430887"/>
          </a:xfrm>
          <a:prstGeom prst="rect">
            <a:avLst/>
          </a:prstGeom>
        </p:spPr>
        <p:txBody>
          <a:bodyPr wrap="square">
            <a:spAutoFit/>
          </a:bodyPr>
          <a:lstStyle/>
          <a:p>
            <a:pPr lvl="0"/>
            <a:r>
              <a:rPr lang="en-US" sz="2200" dirty="0" smtClean="0">
                <a:latin typeface="Avenir Book" charset="0"/>
                <a:ea typeface="Avenir Book" charset="0"/>
                <a:cs typeface="Avenir Book" charset="0"/>
              </a:rPr>
              <a:t>Can think of kernels as a ”local feature detectors”</a:t>
            </a:r>
          </a:p>
        </p:txBody>
      </p:sp>
      <p:pic>
        <p:nvPicPr>
          <p:cNvPr id="31" name="Picture 3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7958" y="2536789"/>
            <a:ext cx="1485900" cy="1485900"/>
          </a:xfrm>
          <a:prstGeom prst="rect">
            <a:avLst/>
          </a:prstGeom>
        </p:spPr>
      </p:pic>
      <p:sp>
        <p:nvSpPr>
          <p:cNvPr id="34" name="TextBox 33"/>
          <p:cNvSpPr txBox="1"/>
          <p:nvPr/>
        </p:nvSpPr>
        <p:spPr>
          <a:xfrm>
            <a:off x="533139" y="2126434"/>
            <a:ext cx="1911101" cy="307777"/>
          </a:xfrm>
          <a:prstGeom prst="rect">
            <a:avLst/>
          </a:prstGeom>
          <a:noFill/>
        </p:spPr>
        <p:txBody>
          <a:bodyPr wrap="none" rtlCol="0">
            <a:spAutoFit/>
          </a:bodyPr>
          <a:lstStyle/>
          <a:p>
            <a:r>
              <a:rPr lang="en-US" dirty="0" smtClean="0">
                <a:latin typeface="Avenir Book" charset="0"/>
                <a:ea typeface="Avenir Book" charset="0"/>
                <a:cs typeface="Avenir Book" charset="0"/>
              </a:rPr>
              <a:t>Vertical Line Detector</a:t>
            </a:r>
            <a:endParaRPr lang="en-US" dirty="0">
              <a:latin typeface="Avenir Book" charset="0"/>
              <a:ea typeface="Avenir Book" charset="0"/>
              <a:cs typeface="Avenir Book" charset="0"/>
            </a:endParaRPr>
          </a:p>
        </p:txBody>
      </p:sp>
      <p:sp>
        <p:nvSpPr>
          <p:cNvPr id="37" name="TextBox 36"/>
          <p:cNvSpPr txBox="1"/>
          <p:nvPr/>
        </p:nvSpPr>
        <p:spPr>
          <a:xfrm>
            <a:off x="695296" y="2627366"/>
            <a:ext cx="437940" cy="369332"/>
          </a:xfrm>
          <a:prstGeom prst="rect">
            <a:avLst/>
          </a:prstGeom>
          <a:noFill/>
        </p:spPr>
        <p:txBody>
          <a:bodyPr wrap="none" rtlCol="0">
            <a:spAutoFit/>
          </a:bodyPr>
          <a:lstStyle/>
          <a:p>
            <a:r>
              <a:rPr lang="en-US" sz="1800" dirty="0" smtClean="0">
                <a:latin typeface="Consolas" charset="0"/>
                <a:ea typeface="Consolas" charset="0"/>
                <a:cs typeface="Consolas" charset="0"/>
              </a:rPr>
              <a:t>-1</a:t>
            </a:r>
            <a:endParaRPr lang="en-US" sz="1800" dirty="0">
              <a:latin typeface="Consolas" charset="0"/>
              <a:ea typeface="Consolas" charset="0"/>
              <a:cs typeface="Consolas" charset="0"/>
            </a:endParaRPr>
          </a:p>
        </p:txBody>
      </p:sp>
      <p:sp>
        <p:nvSpPr>
          <p:cNvPr id="38" name="TextBox 37"/>
          <p:cNvSpPr txBox="1"/>
          <p:nvPr/>
        </p:nvSpPr>
        <p:spPr>
          <a:xfrm>
            <a:off x="1267938" y="2631828"/>
            <a:ext cx="311304" cy="369332"/>
          </a:xfrm>
          <a:prstGeom prst="rect">
            <a:avLst/>
          </a:prstGeom>
          <a:noFill/>
        </p:spPr>
        <p:txBody>
          <a:bodyPr wrap="none" rtlCol="0">
            <a:spAutoFit/>
          </a:bodyPr>
          <a:lstStyle/>
          <a:p>
            <a:r>
              <a:rPr lang="en-US" sz="1800" dirty="0" smtClean="0">
                <a:solidFill>
                  <a:srgbClr val="FF0000"/>
                </a:solidFill>
                <a:latin typeface="Consolas" charset="0"/>
                <a:ea typeface="Consolas" charset="0"/>
                <a:cs typeface="Consolas" charset="0"/>
              </a:rPr>
              <a:t>1</a:t>
            </a:r>
            <a:endParaRPr lang="en-US" sz="1800" dirty="0">
              <a:solidFill>
                <a:srgbClr val="FF0000"/>
              </a:solidFill>
              <a:latin typeface="Consolas" charset="0"/>
              <a:ea typeface="Consolas" charset="0"/>
              <a:cs typeface="Consolas" charset="0"/>
            </a:endParaRPr>
          </a:p>
        </p:txBody>
      </p:sp>
      <p:sp>
        <p:nvSpPr>
          <p:cNvPr id="39" name="TextBox 38"/>
          <p:cNvSpPr txBox="1"/>
          <p:nvPr/>
        </p:nvSpPr>
        <p:spPr>
          <a:xfrm>
            <a:off x="1659193" y="2628763"/>
            <a:ext cx="437940" cy="369332"/>
          </a:xfrm>
          <a:prstGeom prst="rect">
            <a:avLst/>
          </a:prstGeom>
          <a:noFill/>
        </p:spPr>
        <p:txBody>
          <a:bodyPr wrap="none" rtlCol="0">
            <a:spAutoFit/>
          </a:bodyPr>
          <a:lstStyle/>
          <a:p>
            <a:r>
              <a:rPr lang="en-US" sz="1800">
                <a:latin typeface="Consolas" charset="0"/>
                <a:ea typeface="Consolas" charset="0"/>
                <a:cs typeface="Consolas" charset="0"/>
              </a:rPr>
              <a:t>-</a:t>
            </a:r>
            <a:r>
              <a:rPr lang="en-US" sz="1800" smtClean="0">
                <a:latin typeface="Consolas" charset="0"/>
                <a:ea typeface="Consolas" charset="0"/>
                <a:cs typeface="Consolas" charset="0"/>
              </a:rPr>
              <a:t>1</a:t>
            </a:r>
            <a:endParaRPr lang="en-US" sz="1800" dirty="0">
              <a:latin typeface="Consolas" charset="0"/>
              <a:ea typeface="Consolas" charset="0"/>
              <a:cs typeface="Consolas" charset="0"/>
            </a:endParaRPr>
          </a:p>
        </p:txBody>
      </p:sp>
      <p:sp>
        <p:nvSpPr>
          <p:cNvPr id="40" name="TextBox 39"/>
          <p:cNvSpPr txBox="1"/>
          <p:nvPr/>
        </p:nvSpPr>
        <p:spPr>
          <a:xfrm>
            <a:off x="706885" y="3110720"/>
            <a:ext cx="437940" cy="369332"/>
          </a:xfrm>
          <a:prstGeom prst="rect">
            <a:avLst/>
          </a:prstGeom>
          <a:noFill/>
        </p:spPr>
        <p:txBody>
          <a:bodyPr wrap="none" rtlCol="0">
            <a:spAutoFit/>
          </a:bodyPr>
          <a:lstStyle/>
          <a:p>
            <a:r>
              <a:rPr lang="en-US" sz="1800" dirty="0" smtClean="0">
                <a:latin typeface="Consolas" charset="0"/>
                <a:ea typeface="Consolas" charset="0"/>
                <a:cs typeface="Consolas" charset="0"/>
              </a:rPr>
              <a:t>-1</a:t>
            </a:r>
            <a:endParaRPr lang="en-US" sz="1800" dirty="0">
              <a:latin typeface="Consolas" charset="0"/>
              <a:ea typeface="Consolas" charset="0"/>
              <a:cs typeface="Consolas" charset="0"/>
            </a:endParaRPr>
          </a:p>
        </p:txBody>
      </p:sp>
      <p:sp>
        <p:nvSpPr>
          <p:cNvPr id="41" name="TextBox 40"/>
          <p:cNvSpPr txBox="1"/>
          <p:nvPr/>
        </p:nvSpPr>
        <p:spPr>
          <a:xfrm>
            <a:off x="1267938" y="3106614"/>
            <a:ext cx="311304" cy="369332"/>
          </a:xfrm>
          <a:prstGeom prst="rect">
            <a:avLst/>
          </a:prstGeom>
          <a:noFill/>
        </p:spPr>
        <p:txBody>
          <a:bodyPr wrap="none" rtlCol="0">
            <a:spAutoFit/>
          </a:bodyPr>
          <a:lstStyle/>
          <a:p>
            <a:r>
              <a:rPr lang="en-US" sz="1800" dirty="0" smtClean="0">
                <a:solidFill>
                  <a:srgbClr val="FF0000"/>
                </a:solidFill>
                <a:latin typeface="Consolas" charset="0"/>
                <a:ea typeface="Consolas" charset="0"/>
                <a:cs typeface="Consolas" charset="0"/>
              </a:rPr>
              <a:t>1</a:t>
            </a:r>
            <a:endParaRPr lang="en-US" sz="1800" dirty="0">
              <a:solidFill>
                <a:srgbClr val="FF0000"/>
              </a:solidFill>
              <a:latin typeface="Consolas" charset="0"/>
              <a:ea typeface="Consolas" charset="0"/>
              <a:cs typeface="Consolas" charset="0"/>
            </a:endParaRPr>
          </a:p>
        </p:txBody>
      </p:sp>
      <p:sp>
        <p:nvSpPr>
          <p:cNvPr id="42" name="TextBox 41"/>
          <p:cNvSpPr txBox="1"/>
          <p:nvPr/>
        </p:nvSpPr>
        <p:spPr>
          <a:xfrm>
            <a:off x="1679999" y="3106614"/>
            <a:ext cx="437940" cy="369332"/>
          </a:xfrm>
          <a:prstGeom prst="rect">
            <a:avLst/>
          </a:prstGeom>
          <a:noFill/>
        </p:spPr>
        <p:txBody>
          <a:bodyPr wrap="none" rtlCol="0">
            <a:spAutoFit/>
          </a:bodyPr>
          <a:lstStyle/>
          <a:p>
            <a:r>
              <a:rPr lang="en-US" sz="1800" smtClean="0">
                <a:latin typeface="Consolas" charset="0"/>
                <a:ea typeface="Consolas" charset="0"/>
                <a:cs typeface="Consolas" charset="0"/>
              </a:rPr>
              <a:t>-1</a:t>
            </a:r>
            <a:endParaRPr lang="en-US" sz="1800" dirty="0">
              <a:latin typeface="Consolas" charset="0"/>
              <a:ea typeface="Consolas" charset="0"/>
              <a:cs typeface="Consolas" charset="0"/>
            </a:endParaRPr>
          </a:p>
        </p:txBody>
      </p:sp>
      <p:sp>
        <p:nvSpPr>
          <p:cNvPr id="43" name="TextBox 42"/>
          <p:cNvSpPr txBox="1"/>
          <p:nvPr/>
        </p:nvSpPr>
        <p:spPr>
          <a:xfrm>
            <a:off x="695296" y="3594074"/>
            <a:ext cx="437940" cy="369332"/>
          </a:xfrm>
          <a:prstGeom prst="rect">
            <a:avLst/>
          </a:prstGeom>
          <a:noFill/>
        </p:spPr>
        <p:txBody>
          <a:bodyPr wrap="none" rtlCol="0">
            <a:spAutoFit/>
          </a:bodyPr>
          <a:lstStyle/>
          <a:p>
            <a:r>
              <a:rPr lang="en-US" sz="1800" dirty="0" smtClean="0">
                <a:latin typeface="Consolas" charset="0"/>
                <a:ea typeface="Consolas" charset="0"/>
                <a:cs typeface="Consolas" charset="0"/>
              </a:rPr>
              <a:t>-1</a:t>
            </a:r>
            <a:endParaRPr lang="en-US" sz="1800" dirty="0">
              <a:latin typeface="Consolas" charset="0"/>
              <a:ea typeface="Consolas" charset="0"/>
              <a:cs typeface="Consolas" charset="0"/>
            </a:endParaRPr>
          </a:p>
        </p:txBody>
      </p:sp>
      <p:sp>
        <p:nvSpPr>
          <p:cNvPr id="44" name="TextBox 43"/>
          <p:cNvSpPr txBox="1"/>
          <p:nvPr/>
        </p:nvSpPr>
        <p:spPr>
          <a:xfrm>
            <a:off x="1267938" y="3585862"/>
            <a:ext cx="311304" cy="369332"/>
          </a:xfrm>
          <a:prstGeom prst="rect">
            <a:avLst/>
          </a:prstGeom>
          <a:noFill/>
        </p:spPr>
        <p:txBody>
          <a:bodyPr wrap="none" rtlCol="0">
            <a:spAutoFit/>
          </a:bodyPr>
          <a:lstStyle/>
          <a:p>
            <a:r>
              <a:rPr lang="en-US" sz="1800" dirty="0">
                <a:solidFill>
                  <a:srgbClr val="FF0000"/>
                </a:solidFill>
                <a:latin typeface="Consolas" charset="0"/>
                <a:ea typeface="Consolas" charset="0"/>
                <a:cs typeface="Consolas" charset="0"/>
              </a:rPr>
              <a:t>1</a:t>
            </a:r>
          </a:p>
        </p:txBody>
      </p:sp>
      <p:sp>
        <p:nvSpPr>
          <p:cNvPr id="45" name="TextBox 44"/>
          <p:cNvSpPr txBox="1"/>
          <p:nvPr/>
        </p:nvSpPr>
        <p:spPr>
          <a:xfrm>
            <a:off x="1679999" y="3581668"/>
            <a:ext cx="437940" cy="369332"/>
          </a:xfrm>
          <a:prstGeom prst="rect">
            <a:avLst/>
          </a:prstGeom>
          <a:noFill/>
        </p:spPr>
        <p:txBody>
          <a:bodyPr wrap="none" rtlCol="0">
            <a:spAutoFit/>
          </a:bodyPr>
          <a:lstStyle/>
          <a:p>
            <a:r>
              <a:rPr lang="en-US" sz="1800" smtClean="0">
                <a:latin typeface="Consolas" charset="0"/>
                <a:ea typeface="Consolas" charset="0"/>
                <a:cs typeface="Consolas" charset="0"/>
              </a:rPr>
              <a:t>-1</a:t>
            </a:r>
            <a:endParaRPr lang="en-US" sz="1800" dirty="0">
              <a:latin typeface="Consolas" charset="0"/>
              <a:ea typeface="Consolas" charset="0"/>
              <a:cs typeface="Consolas" charset="0"/>
            </a:endParaRPr>
          </a:p>
        </p:txBody>
      </p:sp>
      <p:pic>
        <p:nvPicPr>
          <p:cNvPr id="55" name="Picture 5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90718" y="2536789"/>
            <a:ext cx="1485900" cy="1485900"/>
          </a:xfrm>
          <a:prstGeom prst="rect">
            <a:avLst/>
          </a:prstGeom>
        </p:spPr>
      </p:pic>
      <p:sp>
        <p:nvSpPr>
          <p:cNvPr id="56" name="TextBox 55"/>
          <p:cNvSpPr txBox="1"/>
          <p:nvPr/>
        </p:nvSpPr>
        <p:spPr>
          <a:xfrm>
            <a:off x="3165899" y="2126434"/>
            <a:ext cx="2133918" cy="307777"/>
          </a:xfrm>
          <a:prstGeom prst="rect">
            <a:avLst/>
          </a:prstGeom>
          <a:noFill/>
        </p:spPr>
        <p:txBody>
          <a:bodyPr wrap="none" rtlCol="0">
            <a:spAutoFit/>
          </a:bodyPr>
          <a:lstStyle/>
          <a:p>
            <a:r>
              <a:rPr lang="en-US" dirty="0" smtClean="0">
                <a:latin typeface="Avenir Book" charset="0"/>
                <a:ea typeface="Avenir Book" charset="0"/>
                <a:cs typeface="Avenir Book" charset="0"/>
              </a:rPr>
              <a:t>Horizontal Line Detector</a:t>
            </a:r>
            <a:endParaRPr lang="en-US" dirty="0">
              <a:latin typeface="Avenir Book" charset="0"/>
              <a:ea typeface="Avenir Book" charset="0"/>
              <a:cs typeface="Avenir Book" charset="0"/>
            </a:endParaRPr>
          </a:p>
        </p:txBody>
      </p:sp>
      <p:sp>
        <p:nvSpPr>
          <p:cNvPr id="57" name="TextBox 56"/>
          <p:cNvSpPr txBox="1"/>
          <p:nvPr/>
        </p:nvSpPr>
        <p:spPr>
          <a:xfrm>
            <a:off x="3328056" y="2627366"/>
            <a:ext cx="437940" cy="369332"/>
          </a:xfrm>
          <a:prstGeom prst="rect">
            <a:avLst/>
          </a:prstGeom>
          <a:noFill/>
        </p:spPr>
        <p:txBody>
          <a:bodyPr wrap="none" rtlCol="0">
            <a:spAutoFit/>
          </a:bodyPr>
          <a:lstStyle/>
          <a:p>
            <a:r>
              <a:rPr lang="en-US" sz="1800" dirty="0">
                <a:latin typeface="Consolas" charset="0"/>
                <a:ea typeface="Consolas" charset="0"/>
                <a:cs typeface="Consolas" charset="0"/>
              </a:rPr>
              <a:t>-</a:t>
            </a:r>
            <a:r>
              <a:rPr lang="en-US" sz="1800" dirty="0" smtClean="0">
                <a:latin typeface="Consolas" charset="0"/>
                <a:ea typeface="Consolas" charset="0"/>
                <a:cs typeface="Consolas" charset="0"/>
              </a:rPr>
              <a:t>1</a:t>
            </a:r>
            <a:endParaRPr lang="en-US" sz="1800" dirty="0">
              <a:latin typeface="Consolas" charset="0"/>
              <a:ea typeface="Consolas" charset="0"/>
              <a:cs typeface="Consolas" charset="0"/>
            </a:endParaRPr>
          </a:p>
        </p:txBody>
      </p:sp>
      <p:sp>
        <p:nvSpPr>
          <p:cNvPr id="58" name="TextBox 57"/>
          <p:cNvSpPr txBox="1"/>
          <p:nvPr/>
        </p:nvSpPr>
        <p:spPr>
          <a:xfrm>
            <a:off x="3814704" y="2634704"/>
            <a:ext cx="437940" cy="369332"/>
          </a:xfrm>
          <a:prstGeom prst="rect">
            <a:avLst/>
          </a:prstGeom>
          <a:noFill/>
        </p:spPr>
        <p:txBody>
          <a:bodyPr wrap="none" rtlCol="0">
            <a:spAutoFit/>
          </a:bodyPr>
          <a:lstStyle/>
          <a:p>
            <a:r>
              <a:rPr lang="en-US" sz="1800" smtClean="0">
                <a:latin typeface="Consolas" charset="0"/>
                <a:ea typeface="Consolas" charset="0"/>
                <a:cs typeface="Consolas" charset="0"/>
              </a:rPr>
              <a:t>-1</a:t>
            </a:r>
            <a:endParaRPr lang="en-US" sz="1800" dirty="0">
              <a:latin typeface="Consolas" charset="0"/>
              <a:ea typeface="Consolas" charset="0"/>
              <a:cs typeface="Consolas" charset="0"/>
            </a:endParaRPr>
          </a:p>
        </p:txBody>
      </p:sp>
      <p:sp>
        <p:nvSpPr>
          <p:cNvPr id="59" name="TextBox 58"/>
          <p:cNvSpPr txBox="1"/>
          <p:nvPr/>
        </p:nvSpPr>
        <p:spPr>
          <a:xfrm>
            <a:off x="4291953" y="2628763"/>
            <a:ext cx="437940" cy="369332"/>
          </a:xfrm>
          <a:prstGeom prst="rect">
            <a:avLst/>
          </a:prstGeom>
          <a:noFill/>
        </p:spPr>
        <p:txBody>
          <a:bodyPr wrap="none" rtlCol="0">
            <a:spAutoFit/>
          </a:bodyPr>
          <a:lstStyle/>
          <a:p>
            <a:r>
              <a:rPr lang="en-US" sz="1800">
                <a:latin typeface="Consolas" charset="0"/>
                <a:ea typeface="Consolas" charset="0"/>
                <a:cs typeface="Consolas" charset="0"/>
              </a:rPr>
              <a:t>-</a:t>
            </a:r>
            <a:r>
              <a:rPr lang="en-US" sz="1800" smtClean="0">
                <a:latin typeface="Consolas" charset="0"/>
                <a:ea typeface="Consolas" charset="0"/>
                <a:cs typeface="Consolas" charset="0"/>
              </a:rPr>
              <a:t>1</a:t>
            </a:r>
            <a:endParaRPr lang="en-US" sz="1800" dirty="0">
              <a:latin typeface="Consolas" charset="0"/>
              <a:ea typeface="Consolas" charset="0"/>
              <a:cs typeface="Consolas" charset="0"/>
            </a:endParaRPr>
          </a:p>
        </p:txBody>
      </p:sp>
      <p:sp>
        <p:nvSpPr>
          <p:cNvPr id="60" name="TextBox 59"/>
          <p:cNvSpPr txBox="1"/>
          <p:nvPr/>
        </p:nvSpPr>
        <p:spPr>
          <a:xfrm>
            <a:off x="3391374" y="3106614"/>
            <a:ext cx="311304" cy="369332"/>
          </a:xfrm>
          <a:prstGeom prst="rect">
            <a:avLst/>
          </a:prstGeom>
          <a:noFill/>
        </p:spPr>
        <p:txBody>
          <a:bodyPr wrap="none" rtlCol="0">
            <a:spAutoFit/>
          </a:bodyPr>
          <a:lstStyle/>
          <a:p>
            <a:r>
              <a:rPr lang="en-US" sz="1800" dirty="0" smtClean="0">
                <a:solidFill>
                  <a:srgbClr val="FF0000"/>
                </a:solidFill>
                <a:latin typeface="Consolas" charset="0"/>
                <a:ea typeface="Consolas" charset="0"/>
                <a:cs typeface="Consolas" charset="0"/>
              </a:rPr>
              <a:t>1</a:t>
            </a:r>
            <a:endParaRPr lang="en-US" sz="1800" dirty="0">
              <a:solidFill>
                <a:srgbClr val="FF0000"/>
              </a:solidFill>
              <a:latin typeface="Consolas" charset="0"/>
              <a:ea typeface="Consolas" charset="0"/>
              <a:cs typeface="Consolas" charset="0"/>
            </a:endParaRPr>
          </a:p>
        </p:txBody>
      </p:sp>
      <p:sp>
        <p:nvSpPr>
          <p:cNvPr id="61" name="TextBox 60"/>
          <p:cNvSpPr txBox="1"/>
          <p:nvPr/>
        </p:nvSpPr>
        <p:spPr>
          <a:xfrm>
            <a:off x="3900698" y="3106614"/>
            <a:ext cx="311304" cy="369332"/>
          </a:xfrm>
          <a:prstGeom prst="rect">
            <a:avLst/>
          </a:prstGeom>
          <a:noFill/>
        </p:spPr>
        <p:txBody>
          <a:bodyPr wrap="none" rtlCol="0">
            <a:spAutoFit/>
          </a:bodyPr>
          <a:lstStyle/>
          <a:p>
            <a:r>
              <a:rPr lang="en-US" sz="1800" dirty="0" smtClean="0">
                <a:solidFill>
                  <a:srgbClr val="FF0000"/>
                </a:solidFill>
                <a:latin typeface="Consolas" charset="0"/>
                <a:ea typeface="Consolas" charset="0"/>
                <a:cs typeface="Consolas" charset="0"/>
              </a:rPr>
              <a:t>1</a:t>
            </a:r>
            <a:endParaRPr lang="en-US" sz="1800" dirty="0">
              <a:solidFill>
                <a:srgbClr val="FF0000"/>
              </a:solidFill>
              <a:latin typeface="Consolas" charset="0"/>
              <a:ea typeface="Consolas" charset="0"/>
              <a:cs typeface="Consolas" charset="0"/>
            </a:endParaRPr>
          </a:p>
        </p:txBody>
      </p:sp>
      <p:sp>
        <p:nvSpPr>
          <p:cNvPr id="62" name="TextBox 61"/>
          <p:cNvSpPr txBox="1"/>
          <p:nvPr/>
        </p:nvSpPr>
        <p:spPr>
          <a:xfrm>
            <a:off x="4355271" y="3110720"/>
            <a:ext cx="311304" cy="369332"/>
          </a:xfrm>
          <a:prstGeom prst="rect">
            <a:avLst/>
          </a:prstGeom>
          <a:noFill/>
        </p:spPr>
        <p:txBody>
          <a:bodyPr wrap="none" rtlCol="0">
            <a:spAutoFit/>
          </a:bodyPr>
          <a:lstStyle/>
          <a:p>
            <a:r>
              <a:rPr lang="en-US" sz="1800" smtClean="0">
                <a:solidFill>
                  <a:srgbClr val="FF0000"/>
                </a:solidFill>
                <a:latin typeface="Consolas" charset="0"/>
                <a:ea typeface="Consolas" charset="0"/>
                <a:cs typeface="Consolas" charset="0"/>
              </a:rPr>
              <a:t>1</a:t>
            </a:r>
            <a:endParaRPr lang="en-US" sz="1800" dirty="0">
              <a:solidFill>
                <a:srgbClr val="FF0000"/>
              </a:solidFill>
              <a:latin typeface="Consolas" charset="0"/>
              <a:ea typeface="Consolas" charset="0"/>
              <a:cs typeface="Consolas" charset="0"/>
            </a:endParaRPr>
          </a:p>
        </p:txBody>
      </p:sp>
      <p:sp>
        <p:nvSpPr>
          <p:cNvPr id="63" name="TextBox 62"/>
          <p:cNvSpPr txBox="1"/>
          <p:nvPr/>
        </p:nvSpPr>
        <p:spPr>
          <a:xfrm>
            <a:off x="3328056" y="3594074"/>
            <a:ext cx="437940" cy="369332"/>
          </a:xfrm>
          <a:prstGeom prst="rect">
            <a:avLst/>
          </a:prstGeom>
          <a:noFill/>
        </p:spPr>
        <p:txBody>
          <a:bodyPr wrap="none" rtlCol="0">
            <a:spAutoFit/>
          </a:bodyPr>
          <a:lstStyle/>
          <a:p>
            <a:r>
              <a:rPr lang="en-US" sz="1800" dirty="0" smtClean="0">
                <a:latin typeface="Consolas" charset="0"/>
                <a:ea typeface="Consolas" charset="0"/>
                <a:cs typeface="Consolas" charset="0"/>
              </a:rPr>
              <a:t>-1</a:t>
            </a:r>
            <a:endParaRPr lang="en-US" sz="1800" dirty="0">
              <a:latin typeface="Consolas" charset="0"/>
              <a:ea typeface="Consolas" charset="0"/>
              <a:cs typeface="Consolas" charset="0"/>
            </a:endParaRPr>
          </a:p>
        </p:txBody>
      </p:sp>
      <p:sp>
        <p:nvSpPr>
          <p:cNvPr id="64" name="TextBox 63"/>
          <p:cNvSpPr txBox="1"/>
          <p:nvPr/>
        </p:nvSpPr>
        <p:spPr>
          <a:xfrm>
            <a:off x="3829334" y="3585862"/>
            <a:ext cx="437940" cy="369332"/>
          </a:xfrm>
          <a:prstGeom prst="rect">
            <a:avLst/>
          </a:prstGeom>
          <a:noFill/>
        </p:spPr>
        <p:txBody>
          <a:bodyPr wrap="none" rtlCol="0">
            <a:spAutoFit/>
          </a:bodyPr>
          <a:lstStyle/>
          <a:p>
            <a:r>
              <a:rPr lang="en-US" sz="1800" smtClean="0">
                <a:latin typeface="Consolas" charset="0"/>
                <a:ea typeface="Consolas" charset="0"/>
                <a:cs typeface="Consolas" charset="0"/>
              </a:rPr>
              <a:t>-1</a:t>
            </a:r>
            <a:endParaRPr lang="en-US" sz="1800" dirty="0">
              <a:latin typeface="Consolas" charset="0"/>
              <a:ea typeface="Consolas" charset="0"/>
              <a:cs typeface="Consolas" charset="0"/>
            </a:endParaRPr>
          </a:p>
        </p:txBody>
      </p:sp>
      <p:sp>
        <p:nvSpPr>
          <p:cNvPr id="65" name="TextBox 64"/>
          <p:cNvSpPr txBox="1"/>
          <p:nvPr/>
        </p:nvSpPr>
        <p:spPr>
          <a:xfrm>
            <a:off x="4312759" y="3581668"/>
            <a:ext cx="437940" cy="369332"/>
          </a:xfrm>
          <a:prstGeom prst="rect">
            <a:avLst/>
          </a:prstGeom>
          <a:noFill/>
        </p:spPr>
        <p:txBody>
          <a:bodyPr wrap="none" rtlCol="0">
            <a:spAutoFit/>
          </a:bodyPr>
          <a:lstStyle/>
          <a:p>
            <a:r>
              <a:rPr lang="en-US" sz="1800" smtClean="0">
                <a:latin typeface="Consolas" charset="0"/>
                <a:ea typeface="Consolas" charset="0"/>
                <a:cs typeface="Consolas" charset="0"/>
              </a:rPr>
              <a:t>-1</a:t>
            </a:r>
            <a:endParaRPr lang="en-US" sz="1800" dirty="0">
              <a:latin typeface="Consolas" charset="0"/>
              <a:ea typeface="Consolas" charset="0"/>
              <a:cs typeface="Consolas" charset="0"/>
            </a:endParaRPr>
          </a:p>
        </p:txBody>
      </p:sp>
      <p:pic>
        <p:nvPicPr>
          <p:cNvPr id="66" name="Picture 6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23478" y="2536789"/>
            <a:ext cx="1485900" cy="1485900"/>
          </a:xfrm>
          <a:prstGeom prst="rect">
            <a:avLst/>
          </a:prstGeom>
        </p:spPr>
      </p:pic>
      <p:sp>
        <p:nvSpPr>
          <p:cNvPr id="67" name="TextBox 66"/>
          <p:cNvSpPr txBox="1"/>
          <p:nvPr/>
        </p:nvSpPr>
        <p:spPr>
          <a:xfrm>
            <a:off x="5798659" y="2126434"/>
            <a:ext cx="1486304" cy="307777"/>
          </a:xfrm>
          <a:prstGeom prst="rect">
            <a:avLst/>
          </a:prstGeom>
          <a:noFill/>
        </p:spPr>
        <p:txBody>
          <a:bodyPr wrap="none" rtlCol="0">
            <a:spAutoFit/>
          </a:bodyPr>
          <a:lstStyle/>
          <a:p>
            <a:r>
              <a:rPr lang="en-US" dirty="0" smtClean="0">
                <a:latin typeface="Avenir Book" charset="0"/>
                <a:ea typeface="Avenir Book" charset="0"/>
                <a:cs typeface="Avenir Book" charset="0"/>
              </a:rPr>
              <a:t>Corner Detector</a:t>
            </a:r>
            <a:endParaRPr lang="en-US" dirty="0">
              <a:latin typeface="Avenir Book" charset="0"/>
              <a:ea typeface="Avenir Book" charset="0"/>
              <a:cs typeface="Avenir Book" charset="0"/>
            </a:endParaRPr>
          </a:p>
        </p:txBody>
      </p:sp>
      <p:sp>
        <p:nvSpPr>
          <p:cNvPr id="68" name="TextBox 67"/>
          <p:cNvSpPr txBox="1"/>
          <p:nvPr/>
        </p:nvSpPr>
        <p:spPr>
          <a:xfrm>
            <a:off x="5960816" y="2627366"/>
            <a:ext cx="437940" cy="369332"/>
          </a:xfrm>
          <a:prstGeom prst="rect">
            <a:avLst/>
          </a:prstGeom>
          <a:noFill/>
        </p:spPr>
        <p:txBody>
          <a:bodyPr wrap="none" rtlCol="0">
            <a:spAutoFit/>
          </a:bodyPr>
          <a:lstStyle/>
          <a:p>
            <a:r>
              <a:rPr lang="en-US" sz="1800" dirty="0" smtClean="0">
                <a:latin typeface="Consolas" charset="0"/>
                <a:ea typeface="Consolas" charset="0"/>
                <a:cs typeface="Consolas" charset="0"/>
              </a:rPr>
              <a:t>-1</a:t>
            </a:r>
            <a:endParaRPr lang="en-US" sz="1800" dirty="0">
              <a:latin typeface="Consolas" charset="0"/>
              <a:ea typeface="Consolas" charset="0"/>
              <a:cs typeface="Consolas" charset="0"/>
            </a:endParaRPr>
          </a:p>
        </p:txBody>
      </p:sp>
      <p:sp>
        <p:nvSpPr>
          <p:cNvPr id="69" name="TextBox 68"/>
          <p:cNvSpPr txBox="1"/>
          <p:nvPr/>
        </p:nvSpPr>
        <p:spPr>
          <a:xfrm>
            <a:off x="6440048" y="2634704"/>
            <a:ext cx="437940" cy="369332"/>
          </a:xfrm>
          <a:prstGeom prst="rect">
            <a:avLst/>
          </a:prstGeom>
          <a:noFill/>
        </p:spPr>
        <p:txBody>
          <a:bodyPr wrap="none" rtlCol="0">
            <a:spAutoFit/>
          </a:bodyPr>
          <a:lstStyle/>
          <a:p>
            <a:r>
              <a:rPr lang="en-US" sz="1800" smtClean="0">
                <a:latin typeface="Consolas" charset="0"/>
                <a:ea typeface="Consolas" charset="0"/>
                <a:cs typeface="Consolas" charset="0"/>
              </a:rPr>
              <a:t>-1</a:t>
            </a:r>
            <a:endParaRPr lang="en-US" sz="1800" dirty="0">
              <a:latin typeface="Consolas" charset="0"/>
              <a:ea typeface="Consolas" charset="0"/>
              <a:cs typeface="Consolas" charset="0"/>
            </a:endParaRPr>
          </a:p>
        </p:txBody>
      </p:sp>
      <p:sp>
        <p:nvSpPr>
          <p:cNvPr id="70" name="TextBox 69"/>
          <p:cNvSpPr txBox="1"/>
          <p:nvPr/>
        </p:nvSpPr>
        <p:spPr>
          <a:xfrm>
            <a:off x="6924713" y="2628763"/>
            <a:ext cx="437940" cy="369332"/>
          </a:xfrm>
          <a:prstGeom prst="rect">
            <a:avLst/>
          </a:prstGeom>
          <a:noFill/>
        </p:spPr>
        <p:txBody>
          <a:bodyPr wrap="none" rtlCol="0">
            <a:spAutoFit/>
          </a:bodyPr>
          <a:lstStyle/>
          <a:p>
            <a:r>
              <a:rPr lang="en-US" sz="1800">
                <a:latin typeface="Consolas" charset="0"/>
                <a:ea typeface="Consolas" charset="0"/>
                <a:cs typeface="Consolas" charset="0"/>
              </a:rPr>
              <a:t>-</a:t>
            </a:r>
            <a:r>
              <a:rPr lang="en-US" sz="1800" smtClean="0">
                <a:latin typeface="Consolas" charset="0"/>
                <a:ea typeface="Consolas" charset="0"/>
                <a:cs typeface="Consolas" charset="0"/>
              </a:rPr>
              <a:t>1</a:t>
            </a:r>
            <a:endParaRPr lang="en-US" sz="1800" dirty="0">
              <a:latin typeface="Consolas" charset="0"/>
              <a:ea typeface="Consolas" charset="0"/>
              <a:cs typeface="Consolas" charset="0"/>
            </a:endParaRPr>
          </a:p>
        </p:txBody>
      </p:sp>
      <p:sp>
        <p:nvSpPr>
          <p:cNvPr id="71" name="TextBox 70"/>
          <p:cNvSpPr txBox="1"/>
          <p:nvPr/>
        </p:nvSpPr>
        <p:spPr>
          <a:xfrm>
            <a:off x="5972405" y="3110720"/>
            <a:ext cx="437940" cy="369332"/>
          </a:xfrm>
          <a:prstGeom prst="rect">
            <a:avLst/>
          </a:prstGeom>
          <a:noFill/>
        </p:spPr>
        <p:txBody>
          <a:bodyPr wrap="none" rtlCol="0">
            <a:spAutoFit/>
          </a:bodyPr>
          <a:lstStyle/>
          <a:p>
            <a:r>
              <a:rPr lang="en-US" sz="1800" dirty="0" smtClean="0">
                <a:latin typeface="Consolas" charset="0"/>
                <a:ea typeface="Consolas" charset="0"/>
                <a:cs typeface="Consolas" charset="0"/>
              </a:rPr>
              <a:t>-1</a:t>
            </a:r>
            <a:endParaRPr lang="en-US" sz="1800" dirty="0">
              <a:latin typeface="Consolas" charset="0"/>
              <a:ea typeface="Consolas" charset="0"/>
              <a:cs typeface="Consolas" charset="0"/>
            </a:endParaRPr>
          </a:p>
        </p:txBody>
      </p:sp>
      <p:sp>
        <p:nvSpPr>
          <p:cNvPr id="72" name="TextBox 71"/>
          <p:cNvSpPr txBox="1"/>
          <p:nvPr/>
        </p:nvSpPr>
        <p:spPr>
          <a:xfrm>
            <a:off x="6533458" y="3106614"/>
            <a:ext cx="311304" cy="369332"/>
          </a:xfrm>
          <a:prstGeom prst="rect">
            <a:avLst/>
          </a:prstGeom>
          <a:noFill/>
        </p:spPr>
        <p:txBody>
          <a:bodyPr wrap="none" rtlCol="0">
            <a:spAutoFit/>
          </a:bodyPr>
          <a:lstStyle/>
          <a:p>
            <a:r>
              <a:rPr lang="en-US" sz="1800" dirty="0" smtClean="0">
                <a:solidFill>
                  <a:srgbClr val="FF0000"/>
                </a:solidFill>
                <a:latin typeface="Consolas" charset="0"/>
                <a:ea typeface="Consolas" charset="0"/>
                <a:cs typeface="Consolas" charset="0"/>
              </a:rPr>
              <a:t>1</a:t>
            </a:r>
            <a:endParaRPr lang="en-US" sz="1800" dirty="0">
              <a:solidFill>
                <a:srgbClr val="FF0000"/>
              </a:solidFill>
              <a:latin typeface="Consolas" charset="0"/>
              <a:ea typeface="Consolas" charset="0"/>
              <a:cs typeface="Consolas" charset="0"/>
            </a:endParaRPr>
          </a:p>
        </p:txBody>
      </p:sp>
      <p:sp>
        <p:nvSpPr>
          <p:cNvPr id="73" name="TextBox 72"/>
          <p:cNvSpPr txBox="1"/>
          <p:nvPr/>
        </p:nvSpPr>
        <p:spPr>
          <a:xfrm>
            <a:off x="6945519" y="3106614"/>
            <a:ext cx="311304" cy="369332"/>
          </a:xfrm>
          <a:prstGeom prst="rect">
            <a:avLst/>
          </a:prstGeom>
          <a:noFill/>
        </p:spPr>
        <p:txBody>
          <a:bodyPr wrap="none" rtlCol="0">
            <a:spAutoFit/>
          </a:bodyPr>
          <a:lstStyle/>
          <a:p>
            <a:r>
              <a:rPr lang="en-US" sz="1800" dirty="0" smtClean="0">
                <a:solidFill>
                  <a:srgbClr val="FF0000"/>
                </a:solidFill>
                <a:latin typeface="Consolas" charset="0"/>
                <a:ea typeface="Consolas" charset="0"/>
                <a:cs typeface="Consolas" charset="0"/>
              </a:rPr>
              <a:t>1</a:t>
            </a:r>
            <a:endParaRPr lang="en-US" sz="1800" dirty="0">
              <a:solidFill>
                <a:srgbClr val="FF0000"/>
              </a:solidFill>
              <a:latin typeface="Consolas" charset="0"/>
              <a:ea typeface="Consolas" charset="0"/>
              <a:cs typeface="Consolas" charset="0"/>
            </a:endParaRPr>
          </a:p>
        </p:txBody>
      </p:sp>
      <p:sp>
        <p:nvSpPr>
          <p:cNvPr id="74" name="TextBox 73"/>
          <p:cNvSpPr txBox="1"/>
          <p:nvPr/>
        </p:nvSpPr>
        <p:spPr>
          <a:xfrm>
            <a:off x="5960816" y="3594074"/>
            <a:ext cx="437940" cy="369332"/>
          </a:xfrm>
          <a:prstGeom prst="rect">
            <a:avLst/>
          </a:prstGeom>
          <a:noFill/>
        </p:spPr>
        <p:txBody>
          <a:bodyPr wrap="none" rtlCol="0">
            <a:spAutoFit/>
          </a:bodyPr>
          <a:lstStyle/>
          <a:p>
            <a:r>
              <a:rPr lang="en-US" sz="1800" dirty="0" smtClean="0">
                <a:latin typeface="Consolas" charset="0"/>
                <a:ea typeface="Consolas" charset="0"/>
                <a:cs typeface="Consolas" charset="0"/>
              </a:rPr>
              <a:t>-1</a:t>
            </a:r>
            <a:endParaRPr lang="en-US" sz="1800" dirty="0">
              <a:latin typeface="Consolas" charset="0"/>
              <a:ea typeface="Consolas" charset="0"/>
              <a:cs typeface="Consolas" charset="0"/>
            </a:endParaRPr>
          </a:p>
        </p:txBody>
      </p:sp>
      <p:sp>
        <p:nvSpPr>
          <p:cNvPr id="75" name="TextBox 74"/>
          <p:cNvSpPr txBox="1"/>
          <p:nvPr/>
        </p:nvSpPr>
        <p:spPr>
          <a:xfrm>
            <a:off x="6533458" y="3585862"/>
            <a:ext cx="311304" cy="369332"/>
          </a:xfrm>
          <a:prstGeom prst="rect">
            <a:avLst/>
          </a:prstGeom>
          <a:noFill/>
        </p:spPr>
        <p:txBody>
          <a:bodyPr wrap="none" rtlCol="0">
            <a:spAutoFit/>
          </a:bodyPr>
          <a:lstStyle/>
          <a:p>
            <a:r>
              <a:rPr lang="en-US" sz="1800" dirty="0">
                <a:solidFill>
                  <a:srgbClr val="FF0000"/>
                </a:solidFill>
                <a:latin typeface="Consolas" charset="0"/>
                <a:ea typeface="Consolas" charset="0"/>
                <a:cs typeface="Consolas" charset="0"/>
              </a:rPr>
              <a:t>1</a:t>
            </a:r>
          </a:p>
        </p:txBody>
      </p:sp>
      <p:sp>
        <p:nvSpPr>
          <p:cNvPr id="76" name="TextBox 75"/>
          <p:cNvSpPr txBox="1"/>
          <p:nvPr/>
        </p:nvSpPr>
        <p:spPr>
          <a:xfrm>
            <a:off x="6945519" y="3581668"/>
            <a:ext cx="311304" cy="369332"/>
          </a:xfrm>
          <a:prstGeom prst="rect">
            <a:avLst/>
          </a:prstGeom>
          <a:noFill/>
        </p:spPr>
        <p:txBody>
          <a:bodyPr wrap="none" rtlCol="0">
            <a:spAutoFit/>
          </a:bodyPr>
          <a:lstStyle/>
          <a:p>
            <a:r>
              <a:rPr lang="en-US" sz="1800" dirty="0" smtClean="0">
                <a:solidFill>
                  <a:srgbClr val="FF0000"/>
                </a:solidFill>
                <a:latin typeface="Consolas" charset="0"/>
                <a:ea typeface="Consolas" charset="0"/>
                <a:cs typeface="Consolas" charset="0"/>
              </a:rPr>
              <a:t>1</a:t>
            </a:r>
            <a:endParaRPr lang="en-US" sz="1800" dirty="0">
              <a:solidFill>
                <a:srgbClr val="FF0000"/>
              </a:solidFill>
              <a:latin typeface="Consolas" charset="0"/>
              <a:ea typeface="Consolas" charset="0"/>
              <a:cs typeface="Consolas" charset="0"/>
            </a:endParaRPr>
          </a:p>
        </p:txBody>
      </p:sp>
    </p:spTree>
    <p:extLst>
      <p:ext uri="{BB962C8B-B14F-4D97-AF65-F5344CB8AC3E}">
        <p14:creationId xmlns:p14="http://schemas.microsoft.com/office/powerpoint/2010/main" val="1212906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70"/>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71"/>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7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74"/>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75"/>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7" grpId="0"/>
      <p:bldP spid="38" grpId="0"/>
      <p:bldP spid="39" grpId="0"/>
      <p:bldP spid="40" grpId="0"/>
      <p:bldP spid="41" grpId="0"/>
      <p:bldP spid="42" grpId="0"/>
      <p:bldP spid="43" grpId="0"/>
      <p:bldP spid="44" grpId="0"/>
      <p:bldP spid="45" grpId="0"/>
      <p:bldP spid="56" grpId="0"/>
      <p:bldP spid="57" grpId="0"/>
      <p:bldP spid="58" grpId="0"/>
      <p:bldP spid="59" grpId="0"/>
      <p:bldP spid="60" grpId="0"/>
      <p:bldP spid="61" grpId="0"/>
      <p:bldP spid="62" grpId="0"/>
      <p:bldP spid="63" grpId="0"/>
      <p:bldP spid="64" grpId="0"/>
      <p:bldP spid="65" grpId="0"/>
      <p:bldP spid="67" grpId="0"/>
      <p:bldP spid="68" grpId="0"/>
      <p:bldP spid="69" grpId="0"/>
      <p:bldP spid="70" grpId="0"/>
      <p:bldP spid="71" grpId="0"/>
      <p:bldP spid="72" grpId="0"/>
      <p:bldP spid="73" grpId="0"/>
      <p:bldP spid="74" grpId="0"/>
      <p:bldP spid="75" grpId="0"/>
      <p:bldP spid="7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Convolutional Neural Nets</a:t>
            </a:r>
            <a:endParaRPr lang="en-US" dirty="0">
              <a:latin typeface="Avenir Book" charset="0"/>
              <a:ea typeface="Avenir Book" charset="0"/>
              <a:cs typeface="Avenir Book" charset="0"/>
            </a:endParaRPr>
          </a:p>
        </p:txBody>
      </p:sp>
      <p:sp>
        <p:nvSpPr>
          <p:cNvPr id="75" name="Rectangle 74"/>
          <p:cNvSpPr/>
          <p:nvPr/>
        </p:nvSpPr>
        <p:spPr>
          <a:xfrm>
            <a:off x="398352" y="1227244"/>
            <a:ext cx="8192764" cy="2462213"/>
          </a:xfrm>
          <a:prstGeom prst="rect">
            <a:avLst/>
          </a:prstGeom>
        </p:spPr>
        <p:txBody>
          <a:bodyPr wrap="square">
            <a:spAutoFit/>
          </a:bodyPr>
          <a:lstStyle/>
          <a:p>
            <a:r>
              <a:rPr lang="en-US" sz="2200" dirty="0" smtClean="0">
                <a:latin typeface="Avenir Book" charset="0"/>
                <a:ea typeface="Avenir Book" charset="0"/>
                <a:cs typeface="Avenir Book" charset="0"/>
              </a:rPr>
              <a:t>Primary Ideas behind Convolutional Neural Networks:</a:t>
            </a:r>
          </a:p>
          <a:p>
            <a:endParaRPr lang="en-US" sz="2200" dirty="0" smtClean="0">
              <a:latin typeface="Avenir Book" charset="0"/>
              <a:ea typeface="Avenir Book" charset="0"/>
              <a:cs typeface="Avenir Book" charset="0"/>
            </a:endParaRPr>
          </a:p>
          <a:p>
            <a:pPr marL="342900" indent="-342900">
              <a:buFont typeface="Arial" charset="0"/>
              <a:buChar char="•"/>
            </a:pPr>
            <a:r>
              <a:rPr lang="en-US" sz="2200" dirty="0" smtClean="0">
                <a:latin typeface="Avenir Book" charset="0"/>
                <a:ea typeface="Avenir Book" charset="0"/>
                <a:cs typeface="Avenir Book" charset="0"/>
              </a:rPr>
              <a:t>Let the Neural Network learn which kernels are most useful</a:t>
            </a:r>
          </a:p>
          <a:p>
            <a:pPr marL="342900" indent="-342900">
              <a:buFont typeface="Arial" charset="0"/>
              <a:buChar char="•"/>
            </a:pPr>
            <a:r>
              <a:rPr lang="en-US" sz="2200" dirty="0" smtClean="0">
                <a:latin typeface="Avenir Book" charset="0"/>
                <a:ea typeface="Avenir Book" charset="0"/>
                <a:cs typeface="Avenir Book" charset="0"/>
              </a:rPr>
              <a:t>Use same set of kernels across entire image (translation invariance)</a:t>
            </a:r>
          </a:p>
          <a:p>
            <a:pPr marL="342900" indent="-342900">
              <a:buFont typeface="Arial" charset="0"/>
              <a:buChar char="•"/>
            </a:pPr>
            <a:r>
              <a:rPr lang="en-US" sz="2200" dirty="0" smtClean="0">
                <a:latin typeface="Avenir Book" charset="0"/>
                <a:ea typeface="Avenir Book" charset="0"/>
                <a:cs typeface="Avenir Book" charset="0"/>
              </a:rPr>
              <a:t>Reduces number of parameters and “variance” (from bias-variance point of view)</a:t>
            </a:r>
          </a:p>
        </p:txBody>
      </p:sp>
    </p:spTree>
    <p:extLst>
      <p:ext uri="{BB962C8B-B14F-4D97-AF65-F5344CB8AC3E}">
        <p14:creationId xmlns:p14="http://schemas.microsoft.com/office/powerpoint/2010/main" val="13354940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Convolutions</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9262" y="1002089"/>
            <a:ext cx="7684265" cy="3707658"/>
          </a:xfrm>
          <a:prstGeom prst="rect">
            <a:avLst/>
          </a:prstGeom>
        </p:spPr>
      </p:pic>
    </p:spTree>
    <p:extLst>
      <p:ext uri="{BB962C8B-B14F-4D97-AF65-F5344CB8AC3E}">
        <p14:creationId xmlns:p14="http://schemas.microsoft.com/office/powerpoint/2010/main" val="117880849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Convolution Settings – Grid Size</a:t>
            </a:r>
            <a:endParaRPr lang="en-US" dirty="0">
              <a:latin typeface="Avenir Book" charset="0"/>
              <a:ea typeface="Avenir Book" charset="0"/>
              <a:cs typeface="Avenir Book" charset="0"/>
            </a:endParaRPr>
          </a:p>
        </p:txBody>
      </p:sp>
      <p:sp>
        <p:nvSpPr>
          <p:cNvPr id="75" name="Rectangle 74"/>
          <p:cNvSpPr/>
          <p:nvPr/>
        </p:nvSpPr>
        <p:spPr>
          <a:xfrm>
            <a:off x="398352" y="951043"/>
            <a:ext cx="8192764" cy="1446550"/>
          </a:xfrm>
          <a:prstGeom prst="rect">
            <a:avLst/>
          </a:prstGeom>
        </p:spPr>
        <p:txBody>
          <a:bodyPr wrap="square">
            <a:spAutoFit/>
          </a:bodyPr>
          <a:lstStyle/>
          <a:p>
            <a:r>
              <a:rPr lang="en-US" sz="2200" b="1" dirty="0" smtClean="0">
                <a:latin typeface="Avenir Book" charset="0"/>
                <a:ea typeface="Avenir Book" charset="0"/>
                <a:cs typeface="Avenir Book" charset="0"/>
              </a:rPr>
              <a:t>Grid Size (Height and Width)</a:t>
            </a:r>
            <a:r>
              <a:rPr lang="en-US" sz="2200" dirty="0" smtClean="0">
                <a:latin typeface="Avenir Book" charset="0"/>
                <a:ea typeface="Avenir Book" charset="0"/>
                <a:cs typeface="Avenir Book" charset="0"/>
              </a:rPr>
              <a:t>:</a:t>
            </a:r>
          </a:p>
          <a:p>
            <a:pPr marL="342900" indent="-342900">
              <a:buFont typeface="Arial" charset="0"/>
              <a:buChar char="•"/>
            </a:pPr>
            <a:r>
              <a:rPr lang="en-US" sz="2200" dirty="0" smtClean="0">
                <a:latin typeface="Avenir Book" charset="0"/>
                <a:ea typeface="Avenir Book" charset="0"/>
                <a:cs typeface="Avenir Book" charset="0"/>
              </a:rPr>
              <a:t>The number of pixels a kernel “sees” at once</a:t>
            </a:r>
          </a:p>
          <a:p>
            <a:pPr marL="342900" indent="-342900">
              <a:buFont typeface="Arial" charset="0"/>
              <a:buChar char="•"/>
            </a:pPr>
            <a:r>
              <a:rPr lang="en-US" sz="2200" dirty="0" smtClean="0">
                <a:latin typeface="Avenir Book" charset="0"/>
                <a:ea typeface="Avenir Book" charset="0"/>
                <a:cs typeface="Avenir Book" charset="0"/>
              </a:rPr>
              <a:t>Typically use odd numbers so that there is a “center” pixel</a:t>
            </a:r>
          </a:p>
          <a:p>
            <a:pPr marL="342900" indent="-342900">
              <a:buFont typeface="Arial" charset="0"/>
              <a:buChar char="•"/>
            </a:pPr>
            <a:r>
              <a:rPr lang="en-US" sz="2200" dirty="0" smtClean="0">
                <a:latin typeface="Avenir Book" charset="0"/>
                <a:ea typeface="Avenir Book" charset="0"/>
                <a:cs typeface="Avenir Book" charset="0"/>
              </a:rPr>
              <a:t>Kernel does not need to be square</a:t>
            </a:r>
            <a:endParaRPr lang="en-US" sz="2200"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8544" y="2889739"/>
            <a:ext cx="1841955" cy="1841955"/>
          </a:xfrm>
          <a:prstGeom prst="rect">
            <a:avLst/>
          </a:prstGeom>
        </p:spPr>
      </p:pic>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b="65384"/>
          <a:stretch/>
        </p:blipFill>
        <p:spPr>
          <a:xfrm>
            <a:off x="3972200" y="3584331"/>
            <a:ext cx="1981200" cy="685800"/>
          </a:xfrm>
          <a:prstGeom prst="rect">
            <a:avLst/>
          </a:prstGeom>
        </p:spPr>
      </p:pic>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l="65384"/>
          <a:stretch/>
        </p:blipFill>
        <p:spPr>
          <a:xfrm>
            <a:off x="7437575" y="2889739"/>
            <a:ext cx="637600" cy="1841955"/>
          </a:xfrm>
          <a:prstGeom prst="rect">
            <a:avLst/>
          </a:prstGeom>
        </p:spPr>
      </p:pic>
      <p:sp>
        <p:nvSpPr>
          <p:cNvPr id="7" name="TextBox 6"/>
          <p:cNvSpPr txBox="1"/>
          <p:nvPr/>
        </p:nvSpPr>
        <p:spPr>
          <a:xfrm>
            <a:off x="642620" y="2555630"/>
            <a:ext cx="1702710" cy="307777"/>
          </a:xfrm>
          <a:prstGeom prst="rect">
            <a:avLst/>
          </a:prstGeom>
          <a:noFill/>
        </p:spPr>
        <p:txBody>
          <a:bodyPr wrap="none" rtlCol="0">
            <a:spAutoFit/>
          </a:bodyPr>
          <a:lstStyle/>
          <a:p>
            <a:r>
              <a:rPr lang="en-US" dirty="0" smtClean="0">
                <a:latin typeface="Avenir Book" charset="0"/>
                <a:ea typeface="Avenir Book" charset="0"/>
                <a:cs typeface="Avenir Book" charset="0"/>
              </a:rPr>
              <a:t>Height: 3, Width: 3</a:t>
            </a:r>
            <a:endParaRPr lang="en-US" dirty="0">
              <a:latin typeface="Avenir Book" charset="0"/>
              <a:ea typeface="Avenir Book" charset="0"/>
              <a:cs typeface="Avenir Book" charset="0"/>
            </a:endParaRPr>
          </a:p>
        </p:txBody>
      </p:sp>
      <p:sp>
        <p:nvSpPr>
          <p:cNvPr id="8" name="TextBox 7"/>
          <p:cNvSpPr txBox="1"/>
          <p:nvPr/>
        </p:nvSpPr>
        <p:spPr>
          <a:xfrm>
            <a:off x="4111445" y="2542530"/>
            <a:ext cx="1702710" cy="307777"/>
          </a:xfrm>
          <a:prstGeom prst="rect">
            <a:avLst/>
          </a:prstGeom>
          <a:noFill/>
        </p:spPr>
        <p:txBody>
          <a:bodyPr wrap="none" rtlCol="0">
            <a:spAutoFit/>
          </a:bodyPr>
          <a:lstStyle/>
          <a:p>
            <a:r>
              <a:rPr lang="en-US" dirty="0" smtClean="0">
                <a:latin typeface="Avenir Book" charset="0"/>
                <a:ea typeface="Avenir Book" charset="0"/>
                <a:cs typeface="Avenir Book" charset="0"/>
              </a:rPr>
              <a:t>Height: 1, Width: 3</a:t>
            </a:r>
            <a:endParaRPr lang="en-US" dirty="0">
              <a:latin typeface="Avenir Book" charset="0"/>
              <a:ea typeface="Avenir Book" charset="0"/>
              <a:cs typeface="Avenir Book" charset="0"/>
            </a:endParaRPr>
          </a:p>
        </p:txBody>
      </p:sp>
      <p:sp>
        <p:nvSpPr>
          <p:cNvPr id="9" name="TextBox 8"/>
          <p:cNvSpPr txBox="1"/>
          <p:nvPr/>
        </p:nvSpPr>
        <p:spPr>
          <a:xfrm>
            <a:off x="6888406" y="2542530"/>
            <a:ext cx="1702710" cy="307777"/>
          </a:xfrm>
          <a:prstGeom prst="rect">
            <a:avLst/>
          </a:prstGeom>
          <a:noFill/>
        </p:spPr>
        <p:txBody>
          <a:bodyPr wrap="none" rtlCol="0">
            <a:spAutoFit/>
          </a:bodyPr>
          <a:lstStyle/>
          <a:p>
            <a:r>
              <a:rPr lang="en-US" dirty="0" smtClean="0">
                <a:latin typeface="Avenir Book" charset="0"/>
                <a:ea typeface="Avenir Book" charset="0"/>
                <a:cs typeface="Avenir Book" charset="0"/>
              </a:rPr>
              <a:t>Height: 3, Width: 1</a:t>
            </a:r>
            <a:endParaRPr lang="en-US" dirty="0">
              <a:latin typeface="Avenir Book" charset="0"/>
              <a:ea typeface="Avenir Book" charset="0"/>
              <a:cs typeface="Avenir Book" charset="0"/>
            </a:endParaRPr>
          </a:p>
        </p:txBody>
      </p:sp>
    </p:spTree>
    <p:extLst>
      <p:ext uri="{BB962C8B-B14F-4D97-AF65-F5344CB8AC3E}">
        <p14:creationId xmlns:p14="http://schemas.microsoft.com/office/powerpoint/2010/main" val="71719837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Convolution Settings - Padding</a:t>
            </a:r>
            <a:endParaRPr lang="en-US" dirty="0">
              <a:latin typeface="Avenir Book" charset="0"/>
              <a:ea typeface="Avenir Book" charset="0"/>
              <a:cs typeface="Avenir Book" charset="0"/>
            </a:endParaRPr>
          </a:p>
        </p:txBody>
      </p:sp>
      <p:sp>
        <p:nvSpPr>
          <p:cNvPr id="75" name="Rectangle 74"/>
          <p:cNvSpPr/>
          <p:nvPr/>
        </p:nvSpPr>
        <p:spPr>
          <a:xfrm>
            <a:off x="398352" y="1227244"/>
            <a:ext cx="8192764" cy="2800767"/>
          </a:xfrm>
          <a:prstGeom prst="rect">
            <a:avLst/>
          </a:prstGeom>
        </p:spPr>
        <p:txBody>
          <a:bodyPr wrap="square">
            <a:spAutoFit/>
          </a:bodyPr>
          <a:lstStyle/>
          <a:p>
            <a:r>
              <a:rPr lang="en-US" sz="2200" b="1" dirty="0" smtClean="0">
                <a:latin typeface="Avenir Book" charset="0"/>
                <a:ea typeface="Avenir Book" charset="0"/>
                <a:cs typeface="Avenir Book" charset="0"/>
              </a:rPr>
              <a:t>Padding</a:t>
            </a:r>
          </a:p>
          <a:p>
            <a:pPr marL="342900" indent="-342900">
              <a:buFont typeface="Arial" charset="0"/>
              <a:buChar char="•"/>
            </a:pPr>
            <a:r>
              <a:rPr lang="en-US" sz="2200" dirty="0" smtClean="0">
                <a:latin typeface="Avenir Book" charset="0"/>
                <a:ea typeface="Avenir Book" charset="0"/>
                <a:cs typeface="Avenir Book" charset="0"/>
              </a:rPr>
              <a:t>Using Kernels directly, there will be an “edge effect”</a:t>
            </a:r>
          </a:p>
          <a:p>
            <a:pPr marL="342900" indent="-342900">
              <a:buFont typeface="Arial" charset="0"/>
              <a:buChar char="•"/>
            </a:pPr>
            <a:r>
              <a:rPr lang="en-US" sz="2200" dirty="0" smtClean="0">
                <a:latin typeface="Avenir Book" charset="0"/>
                <a:ea typeface="Avenir Book" charset="0"/>
                <a:cs typeface="Avenir Book" charset="0"/>
              </a:rPr>
              <a:t>Pixels near the edge will not be used as “center pixels” since there are not enough surrounding pixels</a:t>
            </a:r>
          </a:p>
          <a:p>
            <a:pPr marL="342900" indent="-342900">
              <a:buFont typeface="Arial" charset="0"/>
              <a:buChar char="•"/>
            </a:pPr>
            <a:r>
              <a:rPr lang="en-US" sz="2200" dirty="0" smtClean="0">
                <a:latin typeface="Avenir Book" charset="0"/>
                <a:ea typeface="Avenir Book" charset="0"/>
                <a:cs typeface="Avenir Book" charset="0"/>
              </a:rPr>
              <a:t>Padding adds extra pixels around the frame</a:t>
            </a:r>
          </a:p>
          <a:p>
            <a:pPr marL="342900" indent="-342900">
              <a:buFont typeface="Arial" charset="0"/>
              <a:buChar char="•"/>
            </a:pPr>
            <a:r>
              <a:rPr lang="en-US" sz="2200" dirty="0" smtClean="0">
                <a:latin typeface="Avenir Book" charset="0"/>
                <a:ea typeface="Avenir Book" charset="0"/>
                <a:cs typeface="Avenir Book" charset="0"/>
              </a:rPr>
              <a:t>So every pixel of the original image will be a center pixel as the kernel moves across the image</a:t>
            </a:r>
          </a:p>
          <a:p>
            <a:pPr marL="342900" indent="-342900">
              <a:buFont typeface="Arial" charset="0"/>
              <a:buChar char="•"/>
            </a:pPr>
            <a:r>
              <a:rPr lang="en-US" sz="2200" dirty="0" smtClean="0">
                <a:latin typeface="Avenir Book" charset="0"/>
                <a:ea typeface="Avenir Book" charset="0"/>
                <a:cs typeface="Avenir Book" charset="0"/>
              </a:rPr>
              <a:t>Added pixels are typically of value zero (zero-padding)</a:t>
            </a:r>
            <a:endParaRPr lang="en-US" sz="2200" dirty="0">
              <a:latin typeface="Avenir Book" charset="0"/>
              <a:ea typeface="Avenir Book" charset="0"/>
              <a:cs typeface="Avenir Book" charset="0"/>
            </a:endParaRPr>
          </a:p>
        </p:txBody>
      </p:sp>
    </p:spTree>
    <p:extLst>
      <p:ext uri="{BB962C8B-B14F-4D97-AF65-F5344CB8AC3E}">
        <p14:creationId xmlns:p14="http://schemas.microsoft.com/office/powerpoint/2010/main" val="195342023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Without Padding</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3702" y="1289538"/>
            <a:ext cx="8120421" cy="3179841"/>
          </a:xfrm>
          <a:prstGeom prst="rect">
            <a:avLst/>
          </a:prstGeom>
        </p:spPr>
      </p:pic>
    </p:spTree>
    <p:extLst>
      <p:ext uri="{BB962C8B-B14F-4D97-AF65-F5344CB8AC3E}">
        <p14:creationId xmlns:p14="http://schemas.microsoft.com/office/powerpoint/2010/main" val="93682242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With Padding</a:t>
            </a:r>
            <a:endParaRPr lang="en-US" dirty="0">
              <a:latin typeface="Avenir Book" charset="0"/>
              <a:ea typeface="Avenir Book" charset="0"/>
              <a:cs typeface="Avenir Book"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352" y="1392750"/>
            <a:ext cx="8233874" cy="3293550"/>
          </a:xfrm>
          <a:prstGeom prst="rect">
            <a:avLst/>
          </a:prstGeom>
        </p:spPr>
      </p:pic>
    </p:spTree>
    <p:extLst>
      <p:ext uri="{BB962C8B-B14F-4D97-AF65-F5344CB8AC3E}">
        <p14:creationId xmlns:p14="http://schemas.microsoft.com/office/powerpoint/2010/main" val="142001582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Convolution Settings</a:t>
            </a:r>
            <a:endParaRPr lang="en-US" dirty="0">
              <a:latin typeface="Avenir Book" charset="0"/>
              <a:ea typeface="Avenir Book" charset="0"/>
              <a:cs typeface="Avenir Book" charset="0"/>
            </a:endParaRPr>
          </a:p>
        </p:txBody>
      </p:sp>
      <p:sp>
        <p:nvSpPr>
          <p:cNvPr id="75" name="Rectangle 74"/>
          <p:cNvSpPr/>
          <p:nvPr/>
        </p:nvSpPr>
        <p:spPr>
          <a:xfrm>
            <a:off x="398352" y="951043"/>
            <a:ext cx="8192764" cy="2123658"/>
          </a:xfrm>
          <a:prstGeom prst="rect">
            <a:avLst/>
          </a:prstGeom>
        </p:spPr>
        <p:txBody>
          <a:bodyPr wrap="square">
            <a:spAutoFit/>
          </a:bodyPr>
          <a:lstStyle/>
          <a:p>
            <a:r>
              <a:rPr lang="en-US" sz="2200" b="1" dirty="0" smtClean="0">
                <a:latin typeface="Avenir Book" charset="0"/>
                <a:ea typeface="Avenir Book" charset="0"/>
                <a:cs typeface="Avenir Book" charset="0"/>
              </a:rPr>
              <a:t>Stride</a:t>
            </a:r>
            <a:endParaRPr lang="en-US" sz="2200" dirty="0" smtClean="0">
              <a:latin typeface="Avenir Book" charset="0"/>
              <a:ea typeface="Avenir Book" charset="0"/>
              <a:cs typeface="Avenir Book" charset="0"/>
            </a:endParaRPr>
          </a:p>
          <a:p>
            <a:pPr marL="342900" indent="-342900">
              <a:buFont typeface="Arial" charset="0"/>
              <a:buChar char="•"/>
            </a:pPr>
            <a:r>
              <a:rPr lang="en-US" sz="2200" dirty="0" smtClean="0">
                <a:latin typeface="Avenir Book" charset="0"/>
                <a:ea typeface="Avenir Book" charset="0"/>
                <a:cs typeface="Avenir Book" charset="0"/>
              </a:rPr>
              <a:t>The ”step size” as the kernel moves across the image</a:t>
            </a:r>
          </a:p>
          <a:p>
            <a:pPr marL="342900" indent="-342900">
              <a:buFont typeface="Arial" charset="0"/>
              <a:buChar char="•"/>
            </a:pPr>
            <a:r>
              <a:rPr lang="en-US" sz="2200" dirty="0" smtClean="0">
                <a:latin typeface="Avenir Book" charset="0"/>
                <a:ea typeface="Avenir Book" charset="0"/>
                <a:cs typeface="Avenir Book" charset="0"/>
              </a:rPr>
              <a:t>Can be different for vertical and horizontal steps (but usually is the same value)</a:t>
            </a:r>
          </a:p>
          <a:p>
            <a:pPr marL="342900" indent="-342900">
              <a:buFont typeface="Arial" charset="0"/>
              <a:buChar char="•"/>
            </a:pPr>
            <a:r>
              <a:rPr lang="en-US" sz="2200" dirty="0" smtClean="0">
                <a:latin typeface="Avenir Book" charset="0"/>
                <a:ea typeface="Avenir Book" charset="0"/>
                <a:cs typeface="Avenir Book" charset="0"/>
              </a:rPr>
              <a:t>When stride is greater than 1, it scales down the output dimension</a:t>
            </a:r>
          </a:p>
        </p:txBody>
      </p:sp>
    </p:spTree>
    <p:extLst>
      <p:ext uri="{BB962C8B-B14F-4D97-AF65-F5344CB8AC3E}">
        <p14:creationId xmlns:p14="http://schemas.microsoft.com/office/powerpoint/2010/main" val="118224019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Stride 2 Example – No Padding</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352" y="1430974"/>
            <a:ext cx="7741176" cy="3031334"/>
          </a:xfrm>
          <a:prstGeom prst="rect">
            <a:avLst/>
          </a:prstGeom>
        </p:spPr>
      </p:pic>
      <p:sp>
        <p:nvSpPr>
          <p:cNvPr id="3" name="TextBox 2"/>
          <p:cNvSpPr txBox="1"/>
          <p:nvPr/>
        </p:nvSpPr>
        <p:spPr>
          <a:xfrm>
            <a:off x="1688123" y="1617785"/>
            <a:ext cx="1395046" cy="1383323"/>
          </a:xfrm>
          <a:prstGeom prst="rect">
            <a:avLst/>
          </a:prstGeom>
          <a:noFill/>
          <a:ln w="50800">
            <a:solidFill>
              <a:schemeClr val="accent2">
                <a:lumMod val="40000"/>
                <a:lumOff val="60000"/>
              </a:schemeClr>
            </a:solidFill>
          </a:ln>
        </p:spPr>
        <p:txBody>
          <a:bodyPr vert="horz" wrap="square" lIns="0" tIns="0" rIns="0" bIns="0" rtlCol="0">
            <a:noAutofit/>
          </a:bodyPr>
          <a:lstStyle/>
          <a:p>
            <a:endParaRPr lang="en-US" sz="1100" dirty="0" smtClean="0">
              <a:solidFill>
                <a:srgbClr val="003C71"/>
              </a:solidFill>
            </a:endParaRPr>
          </a:p>
        </p:txBody>
      </p:sp>
      <p:sp>
        <p:nvSpPr>
          <p:cNvPr id="5" name="TextBox 4"/>
          <p:cNvSpPr txBox="1"/>
          <p:nvPr/>
        </p:nvSpPr>
        <p:spPr>
          <a:xfrm>
            <a:off x="7080734" y="2508738"/>
            <a:ext cx="480647" cy="468921"/>
          </a:xfrm>
          <a:prstGeom prst="rect">
            <a:avLst/>
          </a:prstGeom>
          <a:noFill/>
          <a:ln w="50800">
            <a:solidFill>
              <a:schemeClr val="accent2">
                <a:lumMod val="40000"/>
                <a:lumOff val="60000"/>
              </a:schemeClr>
            </a:solidFill>
          </a:ln>
        </p:spPr>
        <p:txBody>
          <a:bodyPr vert="horz" wrap="square" lIns="0" tIns="0" rIns="0" bIns="0" rtlCol="0" anchor="ctr">
            <a:noAutofit/>
          </a:bodyPr>
          <a:lstStyle/>
          <a:p>
            <a:pPr algn="ctr"/>
            <a:r>
              <a:rPr lang="en-US" sz="1600" dirty="0" smtClean="0">
                <a:solidFill>
                  <a:srgbClr val="003C71"/>
                </a:solidFill>
              </a:rPr>
              <a:t>3</a:t>
            </a:r>
          </a:p>
        </p:txBody>
      </p:sp>
      <p:sp>
        <p:nvSpPr>
          <p:cNvPr id="7" name="U-Turn Arrow 6"/>
          <p:cNvSpPr/>
          <p:nvPr/>
        </p:nvSpPr>
        <p:spPr>
          <a:xfrm>
            <a:off x="738554" y="1172308"/>
            <a:ext cx="1090246" cy="386862"/>
          </a:xfrm>
          <a:prstGeom prst="uturnArrow">
            <a:avLst>
              <a:gd name="adj1" fmla="val 18939"/>
              <a:gd name="adj2" fmla="val 25000"/>
              <a:gd name="adj3" fmla="val 25000"/>
              <a:gd name="adj4" fmla="val 43750"/>
              <a:gd name="adj5" fmla="val 75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11" name="U-Turn Arrow 10"/>
          <p:cNvSpPr/>
          <p:nvPr/>
        </p:nvSpPr>
        <p:spPr>
          <a:xfrm rot="5400000" flipV="1">
            <a:off x="-52987" y="1992921"/>
            <a:ext cx="1090246" cy="386862"/>
          </a:xfrm>
          <a:prstGeom prst="uturnArrow">
            <a:avLst>
              <a:gd name="adj1" fmla="val 18940"/>
              <a:gd name="adj2" fmla="val 25000"/>
              <a:gd name="adj3" fmla="val 25000"/>
              <a:gd name="adj4" fmla="val 50000"/>
              <a:gd name="adj5" fmla="val 75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13" name="TextBox 12"/>
          <p:cNvSpPr txBox="1"/>
          <p:nvPr/>
        </p:nvSpPr>
        <p:spPr>
          <a:xfrm>
            <a:off x="726834" y="2579074"/>
            <a:ext cx="1395046" cy="1383323"/>
          </a:xfrm>
          <a:prstGeom prst="rect">
            <a:avLst/>
          </a:prstGeom>
          <a:noFill/>
          <a:ln w="50800">
            <a:solidFill>
              <a:schemeClr val="bg2">
                <a:lumMod val="75000"/>
              </a:schemeClr>
            </a:solidFill>
          </a:ln>
        </p:spPr>
        <p:txBody>
          <a:bodyPr vert="horz" wrap="square" lIns="0" tIns="0" rIns="0" bIns="0" rtlCol="0">
            <a:noAutofit/>
          </a:bodyPr>
          <a:lstStyle/>
          <a:p>
            <a:endParaRPr lang="en-US" sz="1100" dirty="0" smtClean="0">
              <a:solidFill>
                <a:srgbClr val="003C71"/>
              </a:solidFill>
            </a:endParaRPr>
          </a:p>
        </p:txBody>
      </p:sp>
      <p:sp>
        <p:nvSpPr>
          <p:cNvPr id="14" name="TextBox 13"/>
          <p:cNvSpPr txBox="1"/>
          <p:nvPr/>
        </p:nvSpPr>
        <p:spPr>
          <a:xfrm>
            <a:off x="6611815" y="3001105"/>
            <a:ext cx="480647" cy="468921"/>
          </a:xfrm>
          <a:prstGeom prst="rect">
            <a:avLst/>
          </a:prstGeom>
          <a:noFill/>
          <a:ln w="50800">
            <a:solidFill>
              <a:schemeClr val="bg2">
                <a:lumMod val="75000"/>
              </a:schemeClr>
            </a:solidFill>
          </a:ln>
        </p:spPr>
        <p:txBody>
          <a:bodyPr vert="horz" wrap="square" lIns="0" tIns="0" rIns="0" bIns="0" rtlCol="0" anchor="ctr">
            <a:noAutofit/>
          </a:bodyPr>
          <a:lstStyle/>
          <a:p>
            <a:pPr algn="ctr"/>
            <a:r>
              <a:rPr lang="en-US" sz="1600" dirty="0">
                <a:solidFill>
                  <a:srgbClr val="003C71"/>
                </a:solidFill>
              </a:rPr>
              <a:t>0</a:t>
            </a:r>
            <a:endParaRPr lang="en-US" sz="1600" dirty="0" smtClean="0">
              <a:solidFill>
                <a:srgbClr val="003C71"/>
              </a:solidFill>
            </a:endParaRPr>
          </a:p>
        </p:txBody>
      </p:sp>
    </p:spTree>
    <p:extLst>
      <p:ext uri="{BB962C8B-B14F-4D97-AF65-F5344CB8AC3E}">
        <p14:creationId xmlns:p14="http://schemas.microsoft.com/office/powerpoint/2010/main" val="5484131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Stride 2 Example – With Padding</a:t>
            </a:r>
            <a:endParaRPr lang="en-US" dirty="0">
              <a:latin typeface="Avenir Book" charset="0"/>
              <a:ea typeface="Avenir Book" charset="0"/>
              <a:cs typeface="Avenir Book" charset="0"/>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944" y="757837"/>
            <a:ext cx="5668471" cy="4017221"/>
          </a:xfrm>
          <a:prstGeom prst="rect">
            <a:avLst/>
          </a:prstGeom>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48841" y="1932714"/>
            <a:ext cx="1784834" cy="1900732"/>
          </a:xfrm>
          <a:prstGeom prst="rect">
            <a:avLst/>
          </a:prstGeom>
        </p:spPr>
      </p:pic>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83754" y="2116993"/>
            <a:ext cx="406400" cy="393700"/>
          </a:xfrm>
          <a:prstGeom prst="rect">
            <a:avLst/>
          </a:prstGeom>
        </p:spPr>
      </p:pic>
      <p:sp>
        <p:nvSpPr>
          <p:cNvPr id="12" name="TextBox 11"/>
          <p:cNvSpPr txBox="1"/>
          <p:nvPr/>
        </p:nvSpPr>
        <p:spPr>
          <a:xfrm>
            <a:off x="6767984" y="2141361"/>
            <a:ext cx="437940" cy="369332"/>
          </a:xfrm>
          <a:prstGeom prst="rect">
            <a:avLst/>
          </a:prstGeom>
          <a:noFill/>
        </p:spPr>
        <p:txBody>
          <a:bodyPr wrap="none" rtlCol="0">
            <a:spAutoFit/>
          </a:bodyPr>
          <a:lstStyle/>
          <a:p>
            <a:r>
              <a:rPr lang="en-US" sz="1800" dirty="0">
                <a:latin typeface="Consolas" charset="0"/>
                <a:ea typeface="Consolas" charset="0"/>
                <a:cs typeface="Consolas" charset="0"/>
              </a:rPr>
              <a:t>-1</a:t>
            </a:r>
          </a:p>
        </p:txBody>
      </p:sp>
      <p:sp>
        <p:nvSpPr>
          <p:cNvPr id="7" name="TextBox 6"/>
          <p:cNvSpPr txBox="1"/>
          <p:nvPr/>
        </p:nvSpPr>
        <p:spPr>
          <a:xfrm>
            <a:off x="1266095" y="1230926"/>
            <a:ext cx="1238420" cy="1258533"/>
          </a:xfrm>
          <a:prstGeom prst="rect">
            <a:avLst/>
          </a:prstGeom>
          <a:noFill/>
          <a:ln w="50800">
            <a:solidFill>
              <a:schemeClr val="accent2">
                <a:lumMod val="40000"/>
                <a:lumOff val="60000"/>
              </a:schemeClr>
            </a:solidFill>
          </a:ln>
        </p:spPr>
        <p:txBody>
          <a:bodyPr vert="horz" wrap="square" lIns="0" tIns="0" rIns="0" bIns="0" rtlCol="0">
            <a:noAutofit/>
          </a:bodyPr>
          <a:lstStyle/>
          <a:p>
            <a:endParaRPr lang="en-US" sz="1100" dirty="0" smtClean="0">
              <a:solidFill>
                <a:srgbClr val="003C71"/>
              </a:solidFill>
            </a:endParaRPr>
          </a:p>
        </p:txBody>
      </p:sp>
      <p:sp>
        <p:nvSpPr>
          <p:cNvPr id="8" name="TextBox 7"/>
          <p:cNvSpPr txBox="1"/>
          <p:nvPr/>
        </p:nvSpPr>
        <p:spPr>
          <a:xfrm>
            <a:off x="7233133" y="2074987"/>
            <a:ext cx="480647" cy="468921"/>
          </a:xfrm>
          <a:prstGeom prst="rect">
            <a:avLst/>
          </a:prstGeom>
          <a:noFill/>
          <a:ln w="50800">
            <a:solidFill>
              <a:schemeClr val="accent2">
                <a:lumMod val="40000"/>
                <a:lumOff val="60000"/>
              </a:schemeClr>
            </a:solidFill>
          </a:ln>
        </p:spPr>
        <p:txBody>
          <a:bodyPr vert="horz" wrap="square" lIns="0" tIns="0" rIns="0" bIns="0" rtlCol="0" anchor="ctr">
            <a:noAutofit/>
          </a:bodyPr>
          <a:lstStyle/>
          <a:p>
            <a:pPr algn="ctr"/>
            <a:r>
              <a:rPr lang="en-US" sz="1600" dirty="0">
                <a:solidFill>
                  <a:srgbClr val="003C71"/>
                </a:solidFill>
              </a:rPr>
              <a:t>2</a:t>
            </a:r>
            <a:endParaRPr lang="en-US" sz="1600" dirty="0" smtClean="0">
              <a:solidFill>
                <a:srgbClr val="003C71"/>
              </a:solidFill>
            </a:endParaRPr>
          </a:p>
        </p:txBody>
      </p:sp>
      <p:sp>
        <p:nvSpPr>
          <p:cNvPr id="9" name="TextBox 8"/>
          <p:cNvSpPr txBox="1"/>
          <p:nvPr/>
        </p:nvSpPr>
        <p:spPr>
          <a:xfrm>
            <a:off x="410313" y="2063262"/>
            <a:ext cx="1242776" cy="1230923"/>
          </a:xfrm>
          <a:prstGeom prst="rect">
            <a:avLst/>
          </a:prstGeom>
          <a:noFill/>
          <a:ln w="50800">
            <a:solidFill>
              <a:schemeClr val="bg2">
                <a:lumMod val="75000"/>
              </a:schemeClr>
            </a:solidFill>
          </a:ln>
        </p:spPr>
        <p:txBody>
          <a:bodyPr vert="horz" wrap="square" lIns="0" tIns="0" rIns="0" bIns="0" rtlCol="0">
            <a:noAutofit/>
          </a:bodyPr>
          <a:lstStyle/>
          <a:p>
            <a:endParaRPr lang="en-US" sz="1100" dirty="0" smtClean="0">
              <a:solidFill>
                <a:srgbClr val="003C71"/>
              </a:solidFill>
            </a:endParaRPr>
          </a:p>
        </p:txBody>
      </p:sp>
      <p:sp>
        <p:nvSpPr>
          <p:cNvPr id="13" name="TextBox 12"/>
          <p:cNvSpPr txBox="1"/>
          <p:nvPr/>
        </p:nvSpPr>
        <p:spPr>
          <a:xfrm>
            <a:off x="6717322" y="2579077"/>
            <a:ext cx="480647" cy="468921"/>
          </a:xfrm>
          <a:prstGeom prst="rect">
            <a:avLst/>
          </a:prstGeom>
          <a:noFill/>
          <a:ln w="50800">
            <a:solidFill>
              <a:schemeClr val="bg2">
                <a:lumMod val="75000"/>
              </a:schemeClr>
            </a:solidFill>
          </a:ln>
        </p:spPr>
        <p:txBody>
          <a:bodyPr vert="horz" wrap="square" lIns="0" tIns="0" rIns="0" bIns="0" rtlCol="0" anchor="ctr">
            <a:noAutofit/>
          </a:bodyPr>
          <a:lstStyle/>
          <a:p>
            <a:pPr algn="ctr"/>
            <a:r>
              <a:rPr lang="en-US" sz="1600" dirty="0" smtClean="0">
                <a:solidFill>
                  <a:srgbClr val="003C71"/>
                </a:solidFill>
              </a:rPr>
              <a:t>3</a:t>
            </a:r>
          </a:p>
        </p:txBody>
      </p:sp>
      <p:sp>
        <p:nvSpPr>
          <p:cNvPr id="14" name="U-Turn Arrow 13"/>
          <p:cNvSpPr/>
          <p:nvPr/>
        </p:nvSpPr>
        <p:spPr>
          <a:xfrm>
            <a:off x="433756" y="797172"/>
            <a:ext cx="1090246" cy="386862"/>
          </a:xfrm>
          <a:prstGeom prst="uturnArrow">
            <a:avLst>
              <a:gd name="adj1" fmla="val 18939"/>
              <a:gd name="adj2" fmla="val 25000"/>
              <a:gd name="adj3" fmla="val 25000"/>
              <a:gd name="adj4" fmla="val 43750"/>
              <a:gd name="adj5" fmla="val 75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15" name="U-Turn Arrow 14"/>
          <p:cNvSpPr/>
          <p:nvPr/>
        </p:nvSpPr>
        <p:spPr>
          <a:xfrm rot="5400000" flipV="1">
            <a:off x="-322616" y="1617785"/>
            <a:ext cx="1090246" cy="386862"/>
          </a:xfrm>
          <a:prstGeom prst="uturnArrow">
            <a:avLst>
              <a:gd name="adj1" fmla="val 18940"/>
              <a:gd name="adj2" fmla="val 25000"/>
              <a:gd name="adj3" fmla="val 25000"/>
              <a:gd name="adj4" fmla="val 50000"/>
              <a:gd name="adj5" fmla="val 75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649218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Convolutional Settings - Depth</a:t>
            </a:r>
            <a:endParaRPr lang="en-US" dirty="0">
              <a:latin typeface="Avenir Book" charset="0"/>
              <a:ea typeface="Avenir Book" charset="0"/>
              <a:cs typeface="Avenir Book" charset="0"/>
            </a:endParaRPr>
          </a:p>
        </p:txBody>
      </p:sp>
      <p:sp>
        <p:nvSpPr>
          <p:cNvPr id="75" name="Rectangle 74"/>
          <p:cNvSpPr/>
          <p:nvPr/>
        </p:nvSpPr>
        <p:spPr>
          <a:xfrm>
            <a:off x="398352" y="1039676"/>
            <a:ext cx="8192764" cy="3477875"/>
          </a:xfrm>
          <a:prstGeom prst="rect">
            <a:avLst/>
          </a:prstGeom>
        </p:spPr>
        <p:txBody>
          <a:bodyPr wrap="square">
            <a:spAutoFit/>
          </a:bodyPr>
          <a:lstStyle/>
          <a:p>
            <a:pPr marL="342900" indent="-342900">
              <a:buFont typeface="Arial" charset="0"/>
              <a:buChar char="•"/>
            </a:pPr>
            <a:r>
              <a:rPr lang="en-US" sz="2200" dirty="0" smtClean="0">
                <a:latin typeface="Avenir Book" charset="0"/>
                <a:ea typeface="Avenir Book" charset="0"/>
                <a:cs typeface="Avenir Book" charset="0"/>
              </a:rPr>
              <a:t>In </a:t>
            </a:r>
            <a:r>
              <a:rPr lang="en-US" sz="2200" err="1" smtClean="0">
                <a:latin typeface="Avenir Book" charset="0"/>
                <a:ea typeface="Avenir Book" charset="0"/>
                <a:cs typeface="Avenir Book" charset="0"/>
              </a:rPr>
              <a:t>images</a:t>
            </a:r>
            <a:r>
              <a:rPr lang="en-US" sz="2200" smtClean="0">
                <a:latin typeface="Avenir Book" charset="0"/>
                <a:ea typeface="Avenir Book" charset="0"/>
                <a:cs typeface="Avenir Book" charset="0"/>
              </a:rPr>
              <a:t>, </a:t>
            </a:r>
            <a:r>
              <a:rPr lang="en-US" sz="2200" dirty="0" smtClean="0">
                <a:latin typeface="Avenir Book" charset="0"/>
                <a:ea typeface="Avenir Book" charset="0"/>
                <a:cs typeface="Avenir Book" charset="0"/>
              </a:rPr>
              <a:t>we often have multiple numbers associated with each pixel location.</a:t>
            </a:r>
          </a:p>
          <a:p>
            <a:pPr marL="342900" indent="-342900">
              <a:buFont typeface="Arial" charset="0"/>
              <a:buChar char="•"/>
            </a:pPr>
            <a:r>
              <a:rPr lang="en-US" sz="2200" dirty="0" smtClean="0">
                <a:latin typeface="Avenir Book" charset="0"/>
                <a:ea typeface="Avenir Book" charset="0"/>
                <a:cs typeface="Avenir Book" charset="0"/>
              </a:rPr>
              <a:t>These numbers are referred to as “channels”</a:t>
            </a:r>
          </a:p>
          <a:p>
            <a:pPr marL="685800" indent="-342900">
              <a:buFont typeface="Courier New" charset="0"/>
              <a:buChar char="o"/>
            </a:pPr>
            <a:r>
              <a:rPr lang="en-US" sz="2200" dirty="0" smtClean="0">
                <a:latin typeface="Avenir Book" charset="0"/>
                <a:ea typeface="Avenir Book" charset="0"/>
                <a:cs typeface="Avenir Book" charset="0"/>
              </a:rPr>
              <a:t>RGB image – 3 channels</a:t>
            </a:r>
          </a:p>
          <a:p>
            <a:pPr marL="685800" indent="-342900">
              <a:buFont typeface="Courier New" charset="0"/>
              <a:buChar char="o"/>
            </a:pPr>
            <a:r>
              <a:rPr lang="en-US" sz="2200" dirty="0" smtClean="0">
                <a:latin typeface="Avenir Book" charset="0"/>
                <a:ea typeface="Avenir Book" charset="0"/>
                <a:cs typeface="Avenir Book" charset="0"/>
              </a:rPr>
              <a:t>CMYK – 4 channels</a:t>
            </a:r>
          </a:p>
          <a:p>
            <a:pPr marL="342900" indent="-342900">
              <a:buFont typeface="Arial" charset="0"/>
              <a:buChar char="•"/>
            </a:pPr>
            <a:r>
              <a:rPr lang="en-US" sz="2200" dirty="0" smtClean="0">
                <a:latin typeface="Avenir Book" charset="0"/>
                <a:ea typeface="Avenir Book" charset="0"/>
                <a:cs typeface="Avenir Book" charset="0"/>
              </a:rPr>
              <a:t>The number of channels is referred to as the “depth”</a:t>
            </a:r>
          </a:p>
          <a:p>
            <a:pPr marL="342900" indent="-342900">
              <a:buFont typeface="Arial" charset="0"/>
              <a:buChar char="•"/>
            </a:pPr>
            <a:r>
              <a:rPr lang="en-US" sz="2200" dirty="0" smtClean="0">
                <a:latin typeface="Avenir Book" charset="0"/>
                <a:ea typeface="Avenir Book" charset="0"/>
                <a:cs typeface="Avenir Book" charset="0"/>
              </a:rPr>
              <a:t>So the kernel itself will have a “depth” the same size as the number of input channels</a:t>
            </a:r>
          </a:p>
          <a:p>
            <a:pPr marL="342900" indent="-342900">
              <a:buFont typeface="Arial" charset="0"/>
              <a:buChar char="•"/>
            </a:pPr>
            <a:r>
              <a:rPr lang="en-US" sz="2200" dirty="0" smtClean="0">
                <a:latin typeface="Avenir Book" charset="0"/>
                <a:ea typeface="Avenir Book" charset="0"/>
                <a:cs typeface="Avenir Book" charset="0"/>
              </a:rPr>
              <a:t>Example: a 5x5 kernel on an RGB image </a:t>
            </a:r>
          </a:p>
          <a:p>
            <a:pPr marL="685800" lvl="1" indent="-342900">
              <a:buFont typeface="Courier New" charset="0"/>
              <a:buChar char="o"/>
            </a:pPr>
            <a:r>
              <a:rPr lang="en-US" sz="2200" dirty="0" smtClean="0">
                <a:latin typeface="Avenir Book" charset="0"/>
                <a:ea typeface="Avenir Book" charset="0"/>
                <a:cs typeface="Avenir Book" charset="0"/>
              </a:rPr>
              <a:t>There will be 5x5x3 = 75 weights</a:t>
            </a:r>
            <a:endParaRPr lang="en-US" sz="2200" dirty="0">
              <a:latin typeface="Avenir Book" charset="0"/>
              <a:ea typeface="Avenir Book" charset="0"/>
              <a:cs typeface="Avenir Book" charset="0"/>
            </a:endParaRPr>
          </a:p>
        </p:txBody>
      </p:sp>
    </p:spTree>
    <p:extLst>
      <p:ext uri="{BB962C8B-B14F-4D97-AF65-F5344CB8AC3E}">
        <p14:creationId xmlns:p14="http://schemas.microsoft.com/office/powerpoint/2010/main" val="5584319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Convolutional Settings - Depth</a:t>
            </a:r>
            <a:endParaRPr lang="en-US" dirty="0">
              <a:latin typeface="Avenir Book" charset="0"/>
              <a:ea typeface="Avenir Book" charset="0"/>
              <a:cs typeface="Avenir Book" charset="0"/>
            </a:endParaRPr>
          </a:p>
        </p:txBody>
      </p:sp>
      <p:sp>
        <p:nvSpPr>
          <p:cNvPr id="75" name="Rectangle 74"/>
          <p:cNvSpPr/>
          <p:nvPr/>
        </p:nvSpPr>
        <p:spPr>
          <a:xfrm>
            <a:off x="398352" y="1227244"/>
            <a:ext cx="8192764" cy="1785104"/>
          </a:xfrm>
          <a:prstGeom prst="rect">
            <a:avLst/>
          </a:prstGeom>
        </p:spPr>
        <p:txBody>
          <a:bodyPr wrap="square">
            <a:spAutoFit/>
          </a:bodyPr>
          <a:lstStyle/>
          <a:p>
            <a:pPr marL="342900" indent="-342900">
              <a:buFont typeface="Arial" charset="0"/>
              <a:buChar char="•"/>
            </a:pPr>
            <a:r>
              <a:rPr lang="en-US" sz="2200" dirty="0" smtClean="0">
                <a:latin typeface="Avenir Book" charset="0"/>
                <a:ea typeface="Avenir Book" charset="0"/>
                <a:cs typeface="Avenir Book" charset="0"/>
              </a:rPr>
              <a:t>The output from the layer will also have a depth</a:t>
            </a:r>
          </a:p>
          <a:p>
            <a:pPr marL="342900" indent="-342900">
              <a:buFont typeface="Arial" charset="0"/>
              <a:buChar char="•"/>
            </a:pPr>
            <a:r>
              <a:rPr lang="en-US" sz="2200" dirty="0" smtClean="0">
                <a:latin typeface="Avenir Book" charset="0"/>
                <a:ea typeface="Avenir Book" charset="0"/>
                <a:cs typeface="Avenir Book" charset="0"/>
              </a:rPr>
              <a:t>The networks typically train many different kernels</a:t>
            </a:r>
          </a:p>
          <a:p>
            <a:pPr marL="342900" indent="-342900">
              <a:buFont typeface="Arial" charset="0"/>
              <a:buChar char="•"/>
            </a:pPr>
            <a:r>
              <a:rPr lang="en-US" sz="2200" dirty="0" smtClean="0">
                <a:latin typeface="Avenir Book" charset="0"/>
                <a:ea typeface="Avenir Book" charset="0"/>
                <a:cs typeface="Avenir Book" charset="0"/>
              </a:rPr>
              <a:t>Each kernel outputs a single number at each pixel location</a:t>
            </a:r>
          </a:p>
          <a:p>
            <a:pPr marL="342900" indent="-342900">
              <a:buFont typeface="Arial" charset="0"/>
              <a:buChar char="•"/>
            </a:pPr>
            <a:r>
              <a:rPr lang="en-US" sz="2200" dirty="0" smtClean="0">
                <a:latin typeface="Avenir Book" charset="0"/>
                <a:ea typeface="Avenir Book" charset="0"/>
                <a:cs typeface="Avenir Book" charset="0"/>
              </a:rPr>
              <a:t>So if there are 10 kernels in a layer, the output of that layer will have depth 10.</a:t>
            </a:r>
            <a:endParaRPr lang="en-US" sz="2200" dirty="0">
              <a:latin typeface="Avenir Book" charset="0"/>
              <a:ea typeface="Avenir Book" charset="0"/>
              <a:cs typeface="Avenir Book" charset="0"/>
            </a:endParaRPr>
          </a:p>
        </p:txBody>
      </p:sp>
    </p:spTree>
    <p:extLst>
      <p:ext uri="{BB962C8B-B14F-4D97-AF65-F5344CB8AC3E}">
        <p14:creationId xmlns:p14="http://schemas.microsoft.com/office/powerpoint/2010/main" val="85024547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Pooling</a:t>
            </a:r>
            <a:endParaRPr lang="en-US" dirty="0">
              <a:latin typeface="Avenir Book" charset="0"/>
              <a:ea typeface="Avenir Book" charset="0"/>
              <a:cs typeface="Avenir Book" charset="0"/>
            </a:endParaRPr>
          </a:p>
        </p:txBody>
      </p:sp>
      <p:sp>
        <p:nvSpPr>
          <p:cNvPr id="75" name="Rectangle 74"/>
          <p:cNvSpPr/>
          <p:nvPr/>
        </p:nvSpPr>
        <p:spPr>
          <a:xfrm>
            <a:off x="398352" y="1227244"/>
            <a:ext cx="8192764" cy="1785104"/>
          </a:xfrm>
          <a:prstGeom prst="rect">
            <a:avLst/>
          </a:prstGeom>
        </p:spPr>
        <p:txBody>
          <a:bodyPr wrap="square">
            <a:spAutoFit/>
          </a:bodyPr>
          <a:lstStyle/>
          <a:p>
            <a:pPr marL="342900" indent="-342900">
              <a:buFont typeface="Arial" charset="0"/>
              <a:buChar char="•"/>
            </a:pPr>
            <a:r>
              <a:rPr lang="en-US" sz="2200" dirty="0" smtClean="0">
                <a:latin typeface="Avenir Book" charset="0"/>
                <a:ea typeface="Avenir Book" charset="0"/>
                <a:cs typeface="Avenir Book" charset="0"/>
              </a:rPr>
              <a:t>Idea: Reduce the image size by mapping a patch of pixels to a single value.</a:t>
            </a:r>
          </a:p>
          <a:p>
            <a:pPr marL="342900" indent="-342900">
              <a:buFont typeface="Arial" charset="0"/>
              <a:buChar char="•"/>
            </a:pPr>
            <a:r>
              <a:rPr lang="en-US" sz="2200" dirty="0" smtClean="0">
                <a:latin typeface="Avenir Book" charset="0"/>
                <a:ea typeface="Avenir Book" charset="0"/>
                <a:cs typeface="Avenir Book" charset="0"/>
              </a:rPr>
              <a:t>Shrinks the dimensions of the image.</a:t>
            </a:r>
          </a:p>
          <a:p>
            <a:pPr marL="342900" indent="-342900">
              <a:buFont typeface="Arial" charset="0"/>
              <a:buChar char="•"/>
            </a:pPr>
            <a:r>
              <a:rPr lang="en-US" sz="2200" dirty="0" smtClean="0">
                <a:latin typeface="Avenir Book" charset="0"/>
                <a:ea typeface="Avenir Book" charset="0"/>
                <a:cs typeface="Avenir Book" charset="0"/>
              </a:rPr>
              <a:t>Does not have parameters, though there are different types of pooling operations.</a:t>
            </a:r>
            <a:endParaRPr lang="en-US" sz="2200" dirty="0">
              <a:latin typeface="Avenir Book" charset="0"/>
              <a:ea typeface="Avenir Book" charset="0"/>
              <a:cs typeface="Avenir Book" charset="0"/>
            </a:endParaRPr>
          </a:p>
        </p:txBody>
      </p:sp>
    </p:spTree>
    <p:extLst>
      <p:ext uri="{BB962C8B-B14F-4D97-AF65-F5344CB8AC3E}">
        <p14:creationId xmlns:p14="http://schemas.microsoft.com/office/powerpoint/2010/main" val="104085377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Pooling: Max-pool</a:t>
            </a:r>
            <a:endParaRPr lang="en-US" dirty="0">
              <a:latin typeface="Avenir Book" charset="0"/>
              <a:ea typeface="Avenir Book" charset="0"/>
              <a:cs typeface="Avenir Book"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2922" y="1538887"/>
            <a:ext cx="5123355" cy="3202097"/>
          </a:xfrm>
          <a:prstGeom prst="rect">
            <a:avLst/>
          </a:prstGeom>
        </p:spPr>
      </p:pic>
      <p:sp>
        <p:nvSpPr>
          <p:cNvPr id="5" name="Rectangle 4"/>
          <p:cNvSpPr/>
          <p:nvPr/>
        </p:nvSpPr>
        <p:spPr>
          <a:xfrm>
            <a:off x="398352" y="898998"/>
            <a:ext cx="8192764" cy="769441"/>
          </a:xfrm>
          <a:prstGeom prst="rect">
            <a:avLst/>
          </a:prstGeom>
        </p:spPr>
        <p:txBody>
          <a:bodyPr wrap="square">
            <a:spAutoFit/>
          </a:bodyPr>
          <a:lstStyle/>
          <a:p>
            <a:pPr marL="342900" indent="-342900">
              <a:buFont typeface="Arial" charset="0"/>
              <a:buChar char="•"/>
            </a:pPr>
            <a:r>
              <a:rPr lang="en-US" sz="2200" dirty="0" smtClean="0">
                <a:latin typeface="Avenir Book" charset="0"/>
                <a:ea typeface="Avenir Book" charset="0"/>
                <a:cs typeface="Avenir Book" charset="0"/>
              </a:rPr>
              <a:t>For each distinct patch, represent it by the maximum</a:t>
            </a:r>
          </a:p>
          <a:p>
            <a:pPr marL="342900" indent="-342900">
              <a:buFont typeface="Arial" charset="0"/>
              <a:buChar char="•"/>
            </a:pPr>
            <a:r>
              <a:rPr lang="en-US" sz="2200" dirty="0" smtClean="0">
                <a:latin typeface="Avenir Book" charset="0"/>
                <a:ea typeface="Avenir Book" charset="0"/>
                <a:cs typeface="Avenir Book" charset="0"/>
              </a:rPr>
              <a:t>2x2 </a:t>
            </a:r>
            <a:r>
              <a:rPr lang="en-US" sz="2200" dirty="0" err="1" smtClean="0">
                <a:latin typeface="Avenir Book" charset="0"/>
                <a:ea typeface="Avenir Book" charset="0"/>
                <a:cs typeface="Avenir Book" charset="0"/>
              </a:rPr>
              <a:t>maxpool</a:t>
            </a:r>
            <a:r>
              <a:rPr lang="en-US" sz="2200" dirty="0" smtClean="0">
                <a:latin typeface="Avenir Book" charset="0"/>
                <a:ea typeface="Avenir Book" charset="0"/>
                <a:cs typeface="Avenir Book" charset="0"/>
              </a:rPr>
              <a:t> shown below</a:t>
            </a:r>
            <a:endParaRPr lang="en-US" sz="2200" dirty="0">
              <a:latin typeface="Avenir Book" charset="0"/>
              <a:ea typeface="Avenir Book" charset="0"/>
              <a:cs typeface="Avenir Book" charset="0"/>
            </a:endParaRPr>
          </a:p>
        </p:txBody>
      </p:sp>
    </p:spTree>
    <p:extLst>
      <p:ext uri="{BB962C8B-B14F-4D97-AF65-F5344CB8AC3E}">
        <p14:creationId xmlns:p14="http://schemas.microsoft.com/office/powerpoint/2010/main" val="177221492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Pooling: Average-pool</a:t>
            </a:r>
            <a:endParaRPr lang="en-US" dirty="0">
              <a:latin typeface="Avenir Book" charset="0"/>
              <a:ea typeface="Avenir Book" charset="0"/>
              <a:cs typeface="Avenir Book" charset="0"/>
            </a:endParaRPr>
          </a:p>
        </p:txBody>
      </p:sp>
      <p:sp>
        <p:nvSpPr>
          <p:cNvPr id="5" name="Rectangle 4"/>
          <p:cNvSpPr/>
          <p:nvPr/>
        </p:nvSpPr>
        <p:spPr>
          <a:xfrm>
            <a:off x="398352" y="898998"/>
            <a:ext cx="8192764" cy="769441"/>
          </a:xfrm>
          <a:prstGeom prst="rect">
            <a:avLst/>
          </a:prstGeom>
        </p:spPr>
        <p:txBody>
          <a:bodyPr wrap="square">
            <a:spAutoFit/>
          </a:bodyPr>
          <a:lstStyle/>
          <a:p>
            <a:pPr marL="342900" indent="-342900">
              <a:buFont typeface="Arial" charset="0"/>
              <a:buChar char="•"/>
            </a:pPr>
            <a:r>
              <a:rPr lang="en-US" sz="2200" dirty="0" smtClean="0">
                <a:latin typeface="Avenir Book" charset="0"/>
                <a:ea typeface="Avenir Book" charset="0"/>
                <a:cs typeface="Avenir Book" charset="0"/>
              </a:rPr>
              <a:t>For each distinct patch, represent it by the average</a:t>
            </a:r>
          </a:p>
          <a:p>
            <a:pPr marL="342900" indent="-342900">
              <a:buFont typeface="Arial" charset="0"/>
              <a:buChar char="•"/>
            </a:pPr>
            <a:r>
              <a:rPr lang="en-US" sz="2200" dirty="0" smtClean="0">
                <a:latin typeface="Avenir Book" charset="0"/>
                <a:ea typeface="Avenir Book" charset="0"/>
                <a:cs typeface="Avenir Book" charset="0"/>
              </a:rPr>
              <a:t>2x2 </a:t>
            </a:r>
            <a:r>
              <a:rPr lang="en-US" sz="2200" dirty="0" err="1" smtClean="0">
                <a:latin typeface="Avenir Book" charset="0"/>
                <a:ea typeface="Avenir Book" charset="0"/>
                <a:cs typeface="Avenir Book" charset="0"/>
              </a:rPr>
              <a:t>avgpool</a:t>
            </a:r>
            <a:r>
              <a:rPr lang="en-US" sz="2200" dirty="0" smtClean="0">
                <a:latin typeface="Avenir Book" charset="0"/>
                <a:ea typeface="Avenir Book" charset="0"/>
                <a:cs typeface="Avenir Book" charset="0"/>
              </a:rPr>
              <a:t> shown below.</a:t>
            </a:r>
            <a:endParaRPr lang="en-US" sz="2200" dirty="0">
              <a:latin typeface="Avenir Book" charset="0"/>
              <a:ea typeface="Avenir Book" charset="0"/>
              <a:cs typeface="Avenir Book"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2231" y="1586377"/>
            <a:ext cx="5094046" cy="3183779"/>
          </a:xfrm>
          <a:prstGeom prst="rect">
            <a:avLst/>
          </a:prstGeom>
        </p:spPr>
      </p:pic>
    </p:spTree>
    <p:extLst>
      <p:ext uri="{BB962C8B-B14F-4D97-AF65-F5344CB8AC3E}">
        <p14:creationId xmlns:p14="http://schemas.microsoft.com/office/powerpoint/2010/main" val="9309867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gradFill>
          <a:gsLst>
            <a:gs pos="0">
              <a:schemeClr val="accent2">
                <a:lumMod val="40000"/>
                <a:lumOff val="60000"/>
              </a:schemeClr>
            </a:gs>
            <a:gs pos="46000">
              <a:schemeClr val="accent2">
                <a:lumMod val="95000"/>
                <a:lumOff val="5000"/>
              </a:schemeClr>
            </a:gs>
            <a:gs pos="100000">
              <a:schemeClr val="accent2">
                <a:lumMod val="60000"/>
              </a:schemeClr>
            </a:gs>
          </a:gsLst>
          <a:path path="circle">
            <a:fillToRect l="50000" t="130000" r="50000" b="-30000"/>
          </a:path>
        </a:gradFill>
        <a:effectLst/>
      </p:bgPr>
    </p:bg>
    <p:spTree>
      <p:nvGrpSpPr>
        <p:cNvPr id="1" name="Shape 261"/>
        <p:cNvGrpSpPr/>
        <p:nvPr/>
      </p:nvGrpSpPr>
      <p:grpSpPr>
        <a:xfrm>
          <a:off x="0" y="0"/>
          <a:ext cx="0" cy="0"/>
          <a:chOff x="0" y="0"/>
          <a:chExt cx="0" cy="0"/>
        </a:xfrm>
      </p:grpSpPr>
      <p:sp>
        <p:nvSpPr>
          <p:cNvPr id="2" name="Slide Number Placeholder 1"/>
          <p:cNvSpPr>
            <a:spLocks noGrp="1"/>
          </p:cNvSpPr>
          <p:nvPr>
            <p:ph type="sldNum" sz="quarter" idx="4294967295"/>
          </p:nvPr>
        </p:nvSpPr>
        <p:spPr>
          <a:xfrm>
            <a:off x="8882063" y="4779963"/>
            <a:ext cx="261937" cy="246062"/>
          </a:xfrm>
        </p:spPr>
        <p:txBody>
          <a:bodyPr/>
          <a:lstStyle/>
          <a:p>
            <a:fld id="{BDF01D69-A501-704B-80CB-1B3152437FD0}" type="slidenum">
              <a:rPr lang="en-US" smtClean="0"/>
              <a:t>26</a:t>
            </a:fld>
            <a:endParaRPr lang="en-US"/>
          </a:p>
        </p:txBody>
      </p:sp>
    </p:spTree>
    <p:extLst>
      <p:ext uri="{BB962C8B-B14F-4D97-AF65-F5344CB8AC3E}">
        <p14:creationId xmlns:p14="http://schemas.microsoft.com/office/powerpoint/2010/main" val="1171853815"/>
      </p:ext>
    </p:extLst>
  </p:cSld>
  <p:clrMapOvr>
    <a:masterClrMapping/>
  </p:clrMapOvr>
  <p:timing>
    <p:tnLst>
      <p:par>
        <p:cTn id="1" dur="indefinite" restart="never" nodeType="tmRoot"/>
      </p:par>
    </p:tnLst>
  </p:timing>
</p:sld>
</file>

<file path=ppt/theme/theme1.xml><?xml version="1.0" encoding="utf-8"?>
<a:theme xmlns:a="http://schemas.openxmlformats.org/drawingml/2006/main" name="1_simple-dark-2">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intel_theme">
  <a:themeElements>
    <a:clrScheme name="Custom 2">
      <a:dk1>
        <a:sysClr val="windowText" lastClr="000000"/>
      </a:dk1>
      <a:lt1>
        <a:sysClr val="window" lastClr="FFFFFF"/>
      </a:lt1>
      <a:dk2>
        <a:srgbClr val="003C71"/>
      </a:dk2>
      <a:lt2>
        <a:srgbClr val="B1BABF"/>
      </a:lt2>
      <a:accent1>
        <a:srgbClr val="B7D108"/>
      </a:accent1>
      <a:accent2>
        <a:srgbClr val="0071C5"/>
      </a:accent2>
      <a:accent3>
        <a:srgbClr val="009CDA"/>
      </a:accent3>
      <a:accent4>
        <a:srgbClr val="F8D44C"/>
      </a:accent4>
      <a:accent5>
        <a:srgbClr val="FFA400"/>
      </a:accent5>
      <a:accent6>
        <a:srgbClr val="FF4E00"/>
      </a:accent6>
      <a:hlink>
        <a:srgbClr val="C3D600"/>
      </a:hlink>
      <a:folHlink>
        <a:srgbClr val="0071C5"/>
      </a:folHlink>
    </a:clrScheme>
    <a:fontScheme name="Intel Clear">
      <a:majorFont>
        <a:latin typeface="Intel Clear"/>
        <a:ea typeface=""/>
        <a:cs typeface=""/>
      </a:majorFont>
      <a:minorFont>
        <a:latin typeface="Intel Clea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tx2"/>
          </a:solidFill>
        </a:ln>
        <a:effectLst/>
      </a:spPr>
      <a:bodyPr/>
      <a:lstStyle/>
      <a:style>
        <a:lnRef idx="2">
          <a:schemeClr val="accent1"/>
        </a:lnRef>
        <a:fillRef idx="0">
          <a:schemeClr val="accent1"/>
        </a:fillRef>
        <a:effectRef idx="1">
          <a:schemeClr val="accent1"/>
        </a:effectRef>
        <a:fontRef idx="minor">
          <a:schemeClr val="tx1"/>
        </a:fontRef>
      </a:style>
    </a:lnDef>
    <a:txDef>
      <a:spPr>
        <a:solidFill>
          <a:schemeClr val="bg2">
            <a:lumMod val="20000"/>
            <a:lumOff val="80000"/>
          </a:schemeClr>
        </a:solidFill>
      </a:spPr>
      <a:bodyPr vert="horz" lIns="0" tIns="0" rIns="0" bIns="0" rtlCol="0">
        <a:noAutofit/>
      </a:bodyPr>
      <a:lstStyle>
        <a:defPPr>
          <a:defRPr sz="1100" dirty="0" smtClean="0">
            <a:solidFill>
              <a:srgbClr val="003C71"/>
            </a:solidFill>
          </a:defRPr>
        </a:defPPr>
      </a:lstStyle>
    </a:txDef>
  </a:objectDefaults>
  <a:extraClrSchemeLst/>
  <a:extLst>
    <a:ext uri="{05A4C25C-085E-4340-85A3-A5531E510DB2}">
      <thm15:themeFamily xmlns:thm15="http://schemas.microsoft.com/office/thememl/2012/main" name="intel_theme" id="{7CD40ED6-13F2-774E-8C9C-E2A351ABAE7C}" vid="{A60F4A55-6349-6E4D-A6AA-B84EBE13CF51}"/>
    </a:ext>
  </a:extLst>
</a:theme>
</file>

<file path=ppt/theme/theme4.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28844</TotalTime>
  <Words>1568</Words>
  <Application>Microsoft Office PowerPoint</Application>
  <PresentationFormat>On-screen Show (16:9)</PresentationFormat>
  <Paragraphs>247</Paragraphs>
  <Slides>26</Slides>
  <Notes>25</Notes>
  <HiddenSlides>0</HiddenSlides>
  <MMClips>0</MMClips>
  <ScaleCrop>false</ScaleCrop>
  <HeadingPairs>
    <vt:vector size="6" baseType="variant">
      <vt:variant>
        <vt:lpstr>Fonts Used</vt:lpstr>
      </vt:variant>
      <vt:variant>
        <vt:i4>14</vt:i4>
      </vt:variant>
      <vt:variant>
        <vt:lpstr>Theme</vt:lpstr>
      </vt:variant>
      <vt:variant>
        <vt:i4>3</vt:i4>
      </vt:variant>
      <vt:variant>
        <vt:lpstr>Slide Titles</vt:lpstr>
      </vt:variant>
      <vt:variant>
        <vt:i4>26</vt:i4>
      </vt:variant>
    </vt:vector>
  </HeadingPairs>
  <TitlesOfParts>
    <vt:vector size="43" baseType="lpstr">
      <vt:lpstr>Arial</vt:lpstr>
      <vt:lpstr>Avenir Book</vt:lpstr>
      <vt:lpstr>Calibri</vt:lpstr>
      <vt:lpstr>Calibri Light</vt:lpstr>
      <vt:lpstr>Cambria Math</vt:lpstr>
      <vt:lpstr>Consolas</vt:lpstr>
      <vt:lpstr>Courier New</vt:lpstr>
      <vt:lpstr>Intel Clear</vt:lpstr>
      <vt:lpstr>Intel Clear Light</vt:lpstr>
      <vt:lpstr>Intel Clear Pro</vt:lpstr>
      <vt:lpstr>Lucida Grande</vt:lpstr>
      <vt:lpstr>Neo Sans Intel</vt:lpstr>
      <vt:lpstr>Source Code Pro</vt:lpstr>
      <vt:lpstr>Wingdings</vt:lpstr>
      <vt:lpstr>1_simple-dark-2</vt:lpstr>
      <vt:lpstr>Custom Design</vt:lpstr>
      <vt:lpstr>intel_theme</vt:lpstr>
      <vt:lpstr>Introduction to Convolutional Neural Networks</vt:lpstr>
      <vt:lpstr>Legal Notices and Disclaimers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 &lt;Title&gt;</dc:title>
  <cp:lastModifiedBy>Oberoi, Daman</cp:lastModifiedBy>
  <cp:revision>476</cp:revision>
  <cp:lastPrinted>2017-03-21T10:33:11Z</cp:lastPrinted>
  <dcterms:modified xsi:type="dcterms:W3CDTF">2017-08-25T19:39:25Z</dcterms:modified>
</cp:coreProperties>
</file>